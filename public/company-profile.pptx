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2"/>
  </p:notesMasterIdLst>
  <p:handoutMasterIdLst>
    <p:handoutMasterId r:id="rId23"/>
  </p:handoutMasterIdLst>
  <p:sldIdLst>
    <p:sldId id="281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</p:sldIdLst>
  <p:sldSz cx="9906000" cy="6858000" type="A4"/>
  <p:notesSz cx="7105650" cy="102393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9" autoAdjust="0"/>
    <p:restoredTop sz="94688" autoAdjust="0"/>
  </p:normalViewPr>
  <p:slideViewPr>
    <p:cSldViewPr>
      <p:cViewPr varScale="1">
        <p:scale>
          <a:sx n="83" d="100"/>
          <a:sy n="83" d="100"/>
        </p:scale>
        <p:origin x="1214" y="6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966" y="-91"/>
      </p:cViewPr>
      <p:guideLst>
        <p:guide orient="horz" pos="3225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750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104871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9750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27891-C12B-4C48-9114-B76AE954A74B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71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725025"/>
            <a:ext cx="3079750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104871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4024313" y="9725025"/>
            <a:ext cx="3079750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CB763-2358-4824-989E-B4C59B84C46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115" cy="511969"/>
          </a:xfrm>
          <a:prstGeom prst="rect">
            <a:avLst/>
          </a:prstGeom>
        </p:spPr>
        <p:txBody>
          <a:bodyPr vert="horz" lIns="99112" tIns="49556" rIns="99112" bIns="49556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1048707" name="日期版面配置區 2"/>
          <p:cNvSpPr>
            <a:spLocks noGrp="1"/>
          </p:cNvSpPr>
          <p:nvPr>
            <p:ph type="dt" idx="1"/>
          </p:nvPr>
        </p:nvSpPr>
        <p:spPr>
          <a:xfrm>
            <a:off x="4024891" y="0"/>
            <a:ext cx="3079115" cy="511969"/>
          </a:xfrm>
          <a:prstGeom prst="rect">
            <a:avLst/>
          </a:prstGeom>
        </p:spPr>
        <p:txBody>
          <a:bodyPr vert="horz" lIns="99112" tIns="49556" rIns="99112" bIns="49556" rtlCol="0"/>
          <a:lstStyle>
            <a:lvl1pPr algn="r">
              <a:defRPr sz="1300"/>
            </a:lvl1pPr>
          </a:lstStyle>
          <a:p>
            <a:fld id="{F4B89694-E11E-411D-850A-3407B0B35CBF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708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8350"/>
            <a:ext cx="5546725" cy="3840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112" tIns="49556" rIns="99112" bIns="49556" rtlCol="0" anchor="ctr"/>
          <a:lstStyle/>
          <a:p>
            <a:endParaRPr lang="zh-TW" altLang="en-US"/>
          </a:p>
        </p:txBody>
      </p:sp>
      <p:sp>
        <p:nvSpPr>
          <p:cNvPr id="1048709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565" y="4863703"/>
            <a:ext cx="5684520" cy="4607719"/>
          </a:xfrm>
          <a:prstGeom prst="rect">
            <a:avLst/>
          </a:prstGeom>
        </p:spPr>
        <p:txBody>
          <a:bodyPr vert="horz" lIns="99112" tIns="49556" rIns="99112" bIns="49556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1048710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5629"/>
            <a:ext cx="3079115" cy="511969"/>
          </a:xfrm>
          <a:prstGeom prst="rect">
            <a:avLst/>
          </a:prstGeom>
        </p:spPr>
        <p:txBody>
          <a:bodyPr vert="horz" lIns="99112" tIns="49556" rIns="99112" bIns="49556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1048711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4891" y="9725629"/>
            <a:ext cx="3079115" cy="511969"/>
          </a:xfrm>
          <a:prstGeom prst="rect">
            <a:avLst/>
          </a:prstGeom>
        </p:spPr>
        <p:txBody>
          <a:bodyPr vert="horz" lIns="99112" tIns="49556" rIns="99112" bIns="49556" rtlCol="0" anchor="b"/>
          <a:lstStyle>
            <a:lvl1pPr algn="r">
              <a:defRPr sz="1300"/>
            </a:lvl1pPr>
          </a:lstStyle>
          <a:p>
            <a:fld id="{1D846721-B4A2-4057-8D4C-9F66701690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6725" cy="3840163"/>
          </a:xfrm>
        </p:spPr>
      </p:sp>
      <p:sp>
        <p:nvSpPr>
          <p:cNvPr id="1048591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1048592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46721-B4A2-4057-8D4C-9F66701690B1}" type="slidenum">
              <a:rPr lang="zh-TW" altLang="en-US" smtClean="0"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等腰三角形 6"/>
          <p:cNvSpPr/>
          <p:nvPr/>
        </p:nvSpPr>
        <p:spPr>
          <a:xfrm rot="16200000">
            <a:off x="8262756" y="5200357"/>
            <a:ext cx="1892949" cy="1402080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49" name="標題 7"/>
          <p:cNvSpPr>
            <a:spLocks noGrp="1"/>
          </p:cNvSpPr>
          <p:nvPr>
            <p:ph type="ctrTitle"/>
          </p:nvPr>
        </p:nvSpPr>
        <p:spPr>
          <a:xfrm>
            <a:off x="585590" y="776289"/>
            <a:ext cx="8734821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048650" name="副標題 8"/>
          <p:cNvSpPr>
            <a:spLocks noGrp="1"/>
          </p:cNvSpPr>
          <p:nvPr>
            <p:ph type="subTitle" idx="1"/>
          </p:nvPr>
        </p:nvSpPr>
        <p:spPr>
          <a:xfrm>
            <a:off x="585590" y="2250280"/>
            <a:ext cx="8734821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1048651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1485900" y="6012657"/>
            <a:ext cx="62738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9275210B-6D90-4E31-8E91-634729514D91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652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1485900" y="5650705"/>
            <a:ext cx="62738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zh-TW" altLang="en-US"/>
          </a:p>
        </p:txBody>
      </p:sp>
      <p:sp>
        <p:nvSpPr>
          <p:cNvPr id="1048653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9091601" y="5752308"/>
            <a:ext cx="54483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0BDFECB9-AED3-474E-9F55-FC68F84578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標題 1"/>
          <p:cNvSpPr>
            <a:spLocks noGrp="1"/>
          </p:cNvSpPr>
          <p:nvPr>
            <p:ph type="title"/>
          </p:nvPr>
        </p:nvSpPr>
        <p:spPr>
          <a:xfrm>
            <a:off x="495300" y="267494"/>
            <a:ext cx="8915400" cy="1399032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048664" name="內容版面配置區 2"/>
          <p:cNvSpPr>
            <a:spLocks noGrp="1"/>
          </p:cNvSpPr>
          <p:nvPr>
            <p:ph idx="1"/>
          </p:nvPr>
        </p:nvSpPr>
        <p:spPr>
          <a:xfrm>
            <a:off x="495300" y="1882808"/>
            <a:ext cx="8915400" cy="4572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048665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190744" y="6480048"/>
            <a:ext cx="2311400" cy="301752"/>
          </a:xfrm>
        </p:spPr>
        <p:txBody>
          <a:bodyPr/>
          <a:lstStyle/>
          <a:p>
            <a:fld id="{9275210B-6D90-4E31-8E91-634729514D91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666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95300" y="6480970"/>
            <a:ext cx="4615061" cy="30083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4866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ECB9-AED3-474E-9F55-FC68F84578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直角三角形 8"/>
          <p:cNvSpPr/>
          <p:nvPr/>
        </p:nvSpPr>
        <p:spPr>
          <a:xfrm flipV="1">
            <a:off x="7620" y="7034"/>
            <a:ext cx="9890760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680" name="等腰三角形 7"/>
          <p:cNvSpPr/>
          <p:nvPr/>
        </p:nvSpPr>
        <p:spPr>
          <a:xfrm rot="5400000" flipV="1">
            <a:off x="8262756" y="255564"/>
            <a:ext cx="1892949" cy="1402080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81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535268" y="6477000"/>
            <a:ext cx="2311400" cy="304800"/>
          </a:xfrm>
        </p:spPr>
        <p:txBody>
          <a:bodyPr/>
          <a:lstStyle/>
          <a:p>
            <a:fld id="{9275210B-6D90-4E31-8E91-634729514D91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682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37657" y="6480970"/>
            <a:ext cx="4615061" cy="30083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48683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155311" y="809625"/>
            <a:ext cx="544830" cy="300831"/>
          </a:xfrm>
        </p:spPr>
        <p:txBody>
          <a:bodyPr/>
          <a:lstStyle/>
          <a:p>
            <a:fld id="{0BDFECB9-AED3-474E-9F55-FC68F845784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3145748" name="直線接點 10"/>
          <p:cNvCxnSpPr>
            <a:cxnSpLocks/>
          </p:cNvCxnSpPr>
          <p:nvPr/>
        </p:nvCxnSpPr>
        <p:spPr>
          <a:xfrm rot="10800000">
            <a:off x="7007861" y="9381"/>
            <a:ext cx="2895599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9" name="直線接點 9"/>
          <p:cNvCxnSpPr>
            <a:cxnSpLocks/>
          </p:cNvCxnSpPr>
          <p:nvPr/>
        </p:nvCxnSpPr>
        <p:spPr>
          <a:xfrm flipV="1">
            <a:off x="0" y="7034"/>
            <a:ext cx="9898380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84" name="標題 1"/>
          <p:cNvSpPr>
            <a:spLocks noGrp="1"/>
          </p:cNvSpPr>
          <p:nvPr>
            <p:ph type="title"/>
          </p:nvPr>
        </p:nvSpPr>
        <p:spPr>
          <a:xfrm>
            <a:off x="412750" y="271465"/>
            <a:ext cx="784225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048685" name="文字版面配置區 2"/>
          <p:cNvSpPr>
            <a:spLocks noGrp="1"/>
          </p:cNvSpPr>
          <p:nvPr>
            <p:ph type="body" idx="1"/>
          </p:nvPr>
        </p:nvSpPr>
        <p:spPr>
          <a:xfrm>
            <a:off x="412750" y="1633536"/>
            <a:ext cx="421005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048687" name="內容版面配置區 2"/>
          <p:cNvSpPr>
            <a:spLocks noGrp="1"/>
          </p:cNvSpPr>
          <p:nvPr>
            <p:ph sz="half" idx="1"/>
          </p:nvPr>
        </p:nvSpPr>
        <p:spPr>
          <a:xfrm>
            <a:off x="495300" y="1722438"/>
            <a:ext cx="437515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048688" name="內容版面配置區 3"/>
          <p:cNvSpPr>
            <a:spLocks noGrp="1"/>
          </p:cNvSpPr>
          <p:nvPr>
            <p:ph sz="half" idx="2"/>
          </p:nvPr>
        </p:nvSpPr>
        <p:spPr>
          <a:xfrm>
            <a:off x="5035550" y="1722438"/>
            <a:ext cx="437515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048689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190744" y="6480969"/>
            <a:ext cx="2311400" cy="301752"/>
          </a:xfrm>
        </p:spPr>
        <p:txBody>
          <a:bodyPr/>
          <a:lstStyle/>
          <a:p>
            <a:fld id="{9275210B-6D90-4E31-8E91-634729514D91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690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95300" y="6480969"/>
            <a:ext cx="4615061" cy="301752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48691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221980" y="6480969"/>
            <a:ext cx="544830" cy="301752"/>
          </a:xfrm>
        </p:spPr>
        <p:txBody>
          <a:bodyPr/>
          <a:lstStyle/>
          <a:p>
            <a:fld id="{0BDFECB9-AED3-474E-9F55-FC68F84578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標題 1"/>
          <p:cNvSpPr>
            <a:spLocks noGrp="1"/>
          </p:cNvSpPr>
          <p:nvPr>
            <p:ph type="title"/>
          </p:nvPr>
        </p:nvSpPr>
        <p:spPr>
          <a:xfrm>
            <a:off x="268881" y="290732"/>
            <a:ext cx="11557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048693" name="文字版面配置區 2"/>
          <p:cNvSpPr>
            <a:spLocks noGrp="1"/>
          </p:cNvSpPr>
          <p:nvPr>
            <p:ph type="body" idx="1"/>
          </p:nvPr>
        </p:nvSpPr>
        <p:spPr>
          <a:xfrm>
            <a:off x="1478756" y="290732"/>
            <a:ext cx="629443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04869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1478756" y="3427124"/>
            <a:ext cx="629443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048695" name="內容版面配置區 4"/>
          <p:cNvSpPr>
            <a:spLocks noGrp="1"/>
          </p:cNvSpPr>
          <p:nvPr>
            <p:ph sz="quarter" idx="2"/>
          </p:nvPr>
        </p:nvSpPr>
        <p:spPr>
          <a:xfrm>
            <a:off x="2190749" y="290732"/>
            <a:ext cx="74295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048696" name="內容版面配置區 5"/>
          <p:cNvSpPr>
            <a:spLocks noGrp="1"/>
          </p:cNvSpPr>
          <p:nvPr>
            <p:ph sz="quarter" idx="4"/>
          </p:nvPr>
        </p:nvSpPr>
        <p:spPr>
          <a:xfrm>
            <a:off x="2190749" y="3427124"/>
            <a:ext cx="74295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04869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5190744" y="6480969"/>
            <a:ext cx="2308098" cy="301752"/>
          </a:xfrm>
        </p:spPr>
        <p:txBody>
          <a:bodyPr/>
          <a:lstStyle/>
          <a:p>
            <a:fld id="{9275210B-6D90-4E31-8E91-634729514D91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69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95300" y="6480969"/>
            <a:ext cx="4616196" cy="301752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4869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8221980" y="6483096"/>
            <a:ext cx="544830" cy="301752"/>
          </a:xfrm>
        </p:spPr>
        <p:txBody>
          <a:bodyPr/>
          <a:lstStyle>
            <a:lvl1pPr algn="ctr"/>
          </a:lstStyle>
          <a:p>
            <a:fld id="{0BDFECB9-AED3-474E-9F55-FC68F84578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048655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210B-6D90-4E31-8E91-634729514D91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656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48657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ECB9-AED3-474E-9F55-FC68F84578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5190744" y="6480969"/>
            <a:ext cx="2311400" cy="301752"/>
          </a:xfrm>
        </p:spPr>
        <p:txBody>
          <a:bodyPr/>
          <a:lstStyle/>
          <a:p>
            <a:fld id="{9275210B-6D90-4E31-8E91-634729514D91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58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95300" y="6481891"/>
            <a:ext cx="4615061" cy="30083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4858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221980" y="6480969"/>
            <a:ext cx="544830" cy="301752"/>
          </a:xfrm>
        </p:spPr>
        <p:txBody>
          <a:bodyPr/>
          <a:lstStyle/>
          <a:p>
            <a:fld id="{0BDFECB9-AED3-474E-9F55-FC68F84578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標題 1"/>
          <p:cNvSpPr>
            <a:spLocks noGrp="1"/>
          </p:cNvSpPr>
          <p:nvPr>
            <p:ph type="title"/>
          </p:nvPr>
        </p:nvSpPr>
        <p:spPr>
          <a:xfrm>
            <a:off x="237744" y="367664"/>
            <a:ext cx="9906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048701" name="文字版面配置區 2"/>
          <p:cNvSpPr>
            <a:spLocks noGrp="1"/>
          </p:cNvSpPr>
          <p:nvPr>
            <p:ph type="body" idx="2"/>
          </p:nvPr>
        </p:nvSpPr>
        <p:spPr>
          <a:xfrm>
            <a:off x="1230511" y="367664"/>
            <a:ext cx="26416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048702" name="內容版面配置區 3"/>
          <p:cNvSpPr>
            <a:spLocks noGrp="1"/>
          </p:cNvSpPr>
          <p:nvPr>
            <p:ph sz="half" idx="1"/>
          </p:nvPr>
        </p:nvSpPr>
        <p:spPr>
          <a:xfrm>
            <a:off x="3955521" y="320040"/>
            <a:ext cx="5715762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048703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802224" y="6556248"/>
            <a:ext cx="2311400" cy="301752"/>
          </a:xfrm>
        </p:spPr>
        <p:txBody>
          <a:bodyPr/>
          <a:lstStyle>
            <a:lvl1pPr>
              <a:defRPr sz="900"/>
            </a:lvl1pPr>
          </a:lstStyle>
          <a:p>
            <a:fld id="{9275210B-6D90-4E31-8E91-634729514D91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704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1230511" y="6556248"/>
            <a:ext cx="5571713" cy="301752"/>
          </a:xfrm>
        </p:spPr>
        <p:txBody>
          <a:bodyPr/>
          <a:lstStyle>
            <a:lvl1pPr>
              <a:defRPr sz="900"/>
            </a:lvl1pPr>
          </a:lstStyle>
          <a:p>
            <a:endParaRPr lang="zh-TW" altLang="en-US"/>
          </a:p>
        </p:txBody>
      </p:sp>
      <p:sp>
        <p:nvSpPr>
          <p:cNvPr id="1048705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9111457" y="6556248"/>
            <a:ext cx="544830" cy="301752"/>
          </a:xfrm>
        </p:spPr>
        <p:txBody>
          <a:bodyPr/>
          <a:lstStyle>
            <a:lvl1pPr>
              <a:defRPr sz="900"/>
            </a:lvl1pPr>
          </a:lstStyle>
          <a:p>
            <a:fld id="{0BDFECB9-AED3-474E-9F55-FC68F84578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標題 1"/>
          <p:cNvSpPr>
            <a:spLocks noGrp="1"/>
          </p:cNvSpPr>
          <p:nvPr>
            <p:ph type="title"/>
          </p:nvPr>
        </p:nvSpPr>
        <p:spPr>
          <a:xfrm>
            <a:off x="237744" y="150896"/>
            <a:ext cx="9906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048669" name="圖片版面配置區 2"/>
          <p:cNvSpPr>
            <a:spLocks noGrp="1"/>
          </p:cNvSpPr>
          <p:nvPr>
            <p:ph type="pic" idx="1"/>
          </p:nvPr>
        </p:nvSpPr>
        <p:spPr>
          <a:xfrm>
            <a:off x="1233090" y="373966"/>
            <a:ext cx="7944612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1048670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38250" y="5867400"/>
            <a:ext cx="7944612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048671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617208" y="6556248"/>
            <a:ext cx="2278380" cy="301752"/>
          </a:xfrm>
        </p:spPr>
        <p:txBody>
          <a:bodyPr/>
          <a:lstStyle>
            <a:lvl1pPr>
              <a:defRPr sz="900"/>
            </a:lvl1pPr>
          </a:lstStyle>
          <a:p>
            <a:fld id="{9275210B-6D90-4E31-8E91-634729514D91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672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1267968" y="6557169"/>
            <a:ext cx="5360411" cy="301752"/>
          </a:xfrm>
        </p:spPr>
        <p:txBody>
          <a:bodyPr/>
          <a:lstStyle>
            <a:lvl1pPr>
              <a:defRPr sz="900"/>
            </a:lvl1pPr>
          </a:lstStyle>
          <a:p>
            <a:endParaRPr lang="zh-TW" altLang="en-US"/>
          </a:p>
        </p:txBody>
      </p:sp>
      <p:sp>
        <p:nvSpPr>
          <p:cNvPr id="1048673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901958" y="6556248"/>
            <a:ext cx="396240" cy="301752"/>
          </a:xfrm>
        </p:spPr>
        <p:txBody>
          <a:bodyPr/>
          <a:lstStyle>
            <a:lvl1pPr algn="ctr">
              <a:defRPr sz="900"/>
            </a:lvl1pPr>
          </a:lstStyle>
          <a:p>
            <a:fld id="{0BDFECB9-AED3-474E-9F55-FC68F84578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048675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04867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210B-6D90-4E31-8E91-634729514D91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67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4867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ECB9-AED3-474E-9F55-FC68F84578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直排標題 1"/>
          <p:cNvSpPr>
            <a:spLocks noGrp="1"/>
          </p:cNvSpPr>
          <p:nvPr>
            <p:ph type="title" orient="vert"/>
          </p:nvPr>
        </p:nvSpPr>
        <p:spPr>
          <a:xfrm>
            <a:off x="7346950" y="381000"/>
            <a:ext cx="2063750" cy="5486400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048659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95300" y="381000"/>
            <a:ext cx="67691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048660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210B-6D90-4E31-8E91-634729514D91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661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48662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ECB9-AED3-474E-9F55-FC68F84578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直角三角形 10"/>
          <p:cNvSpPr/>
          <p:nvPr/>
        </p:nvSpPr>
        <p:spPr>
          <a:xfrm>
            <a:off x="7620" y="14069"/>
            <a:ext cx="9890760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3145728" name="直線接點 7"/>
          <p:cNvCxnSpPr>
            <a:cxnSpLocks/>
          </p:cNvCxnSpPr>
          <p:nvPr/>
        </p:nvCxnSpPr>
        <p:spPr>
          <a:xfrm>
            <a:off x="0" y="7034"/>
            <a:ext cx="9898380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29" name="直線接點 8"/>
          <p:cNvCxnSpPr>
            <a:cxnSpLocks/>
          </p:cNvCxnSpPr>
          <p:nvPr/>
        </p:nvCxnSpPr>
        <p:spPr>
          <a:xfrm rot="10800000" flipV="1">
            <a:off x="7007861" y="4948410"/>
            <a:ext cx="2895599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577" name="標題版面配置區 21"/>
          <p:cNvSpPr>
            <a:spLocks noGrp="1"/>
          </p:cNvSpPr>
          <p:nvPr>
            <p:ph type="title"/>
          </p:nvPr>
        </p:nvSpPr>
        <p:spPr>
          <a:xfrm>
            <a:off x="495300" y="267494"/>
            <a:ext cx="89154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048578" name="文字版面配置區 12"/>
          <p:cNvSpPr>
            <a:spLocks noGrp="1"/>
          </p:cNvSpPr>
          <p:nvPr>
            <p:ph type="body" idx="1"/>
          </p:nvPr>
        </p:nvSpPr>
        <p:spPr>
          <a:xfrm>
            <a:off x="495300" y="1882808"/>
            <a:ext cx="89154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048579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5190744" y="6480969"/>
            <a:ext cx="23114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9275210B-6D90-4E31-8E91-634729514D91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1048580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495300" y="6481891"/>
            <a:ext cx="4615061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048581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221980" y="6480969"/>
            <a:ext cx="54483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BDFECB9-AED3-474E-9F55-FC68F84578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40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7" Type="http://schemas.openxmlformats.org/officeDocument/2006/relationships/image" Target="../media/image46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3" Type="http://schemas.openxmlformats.org/officeDocument/2006/relationships/image" Target="../media/image48.jpeg"/><Relationship Id="rId7" Type="http://schemas.openxmlformats.org/officeDocument/2006/relationships/image" Target="../media/image52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7" Type="http://schemas.openxmlformats.org/officeDocument/2006/relationships/image" Target="../media/image59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61.jpeg"/><Relationship Id="rId7" Type="http://schemas.openxmlformats.org/officeDocument/2006/relationships/image" Target="../media/image65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jpeg"/><Relationship Id="rId5" Type="http://schemas.openxmlformats.org/officeDocument/2006/relationships/image" Target="../media/image63.jpeg"/><Relationship Id="rId4" Type="http://schemas.openxmlformats.org/officeDocument/2006/relationships/image" Target="../media/image62.jpeg"/><Relationship Id="rId9" Type="http://schemas.openxmlformats.org/officeDocument/2006/relationships/image" Target="../media/image6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jpeg"/><Relationship Id="rId5" Type="http://schemas.openxmlformats.org/officeDocument/2006/relationships/image" Target="../media/image78.jpeg"/><Relationship Id="rId4" Type="http://schemas.openxmlformats.org/officeDocument/2006/relationships/image" Target="../media/image7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jpeg"/><Relationship Id="rId4" Type="http://schemas.openxmlformats.org/officeDocument/2006/relationships/image" Target="../media/image8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7" Type="http://schemas.openxmlformats.org/officeDocument/2006/relationships/image" Target="../media/image89.jpe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jpeg"/><Relationship Id="rId5" Type="http://schemas.openxmlformats.org/officeDocument/2006/relationships/image" Target="../media/image87.jpeg"/><Relationship Id="rId4" Type="http://schemas.openxmlformats.org/officeDocument/2006/relationships/image" Target="../media/image8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BCBCB"/>
            </a:gs>
            <a:gs pos="13000">
              <a:srgbClr val="5F5F5F"/>
            </a:gs>
            <a:gs pos="21001">
              <a:srgbClr val="5F5F5F"/>
            </a:gs>
            <a:gs pos="63000">
              <a:srgbClr val="FFFFFF"/>
            </a:gs>
            <a:gs pos="67000">
              <a:srgbClr val="B2B2B2"/>
            </a:gs>
            <a:gs pos="69000">
              <a:srgbClr val="292929"/>
            </a:gs>
            <a:gs pos="82001">
              <a:srgbClr val="777777"/>
            </a:gs>
            <a:gs pos="100000">
              <a:srgbClr val="EAEAEA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內容版面配置區 7"/>
          <p:cNvSpPr>
            <a:spLocks noGrp="1"/>
          </p:cNvSpPr>
          <p:nvPr>
            <p:ph type="body" idx="4294967295"/>
          </p:nvPr>
        </p:nvSpPr>
        <p:spPr>
          <a:xfrm>
            <a:off x="1208584" y="116632"/>
            <a:ext cx="9057456" cy="792162"/>
          </a:xfrm>
        </p:spPr>
        <p:txBody>
          <a:bodyPr>
            <a:noAutofit/>
          </a:bodyPr>
          <a:lstStyle/>
          <a:p>
            <a:pPr lvl="6">
              <a:buNone/>
            </a:pPr>
            <a:r>
              <a:rPr lang="en-US" altLang="zh-TW" sz="3800" dirty="0" smtClean="0">
                <a:latin typeface="標楷體" pitchFamily="65" charset="-120"/>
                <a:ea typeface="標楷體" pitchFamily="65" charset="-120"/>
              </a:rPr>
              <a:t>				</a:t>
            </a:r>
            <a:r>
              <a:rPr lang="zh-TW" altLang="en-US" sz="3800" dirty="0" smtClean="0">
                <a:latin typeface="標楷體" pitchFamily="65" charset="-120"/>
                <a:ea typeface="標楷體" pitchFamily="65" charset="-120"/>
              </a:rPr>
              <a:t>雅</a:t>
            </a:r>
            <a:r>
              <a:rPr lang="zh-TW" altLang="en-US" sz="3800" dirty="0">
                <a:latin typeface="標楷體" pitchFamily="65" charset="-120"/>
                <a:ea typeface="標楷體" pitchFamily="65" charset="-120"/>
              </a:rPr>
              <a:t>閣室內裝</a:t>
            </a:r>
            <a:r>
              <a:rPr lang="zh-TW" altLang="en-US" sz="3800" dirty="0" smtClean="0">
                <a:latin typeface="標楷體" pitchFamily="65" charset="-120"/>
                <a:ea typeface="標楷體" pitchFamily="65" charset="-120"/>
              </a:rPr>
              <a:t>飾</a:t>
            </a:r>
            <a:r>
              <a:rPr lang="zh-TW" altLang="en-US" sz="3800" dirty="0" smtClean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公</a:t>
            </a:r>
            <a:r>
              <a:rPr lang="zh-TW" altLang="en-US" sz="3800" dirty="0" smtClean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司</a:t>
            </a:r>
            <a:endParaRPr lang="zh-TW" altLang="en-US" sz="38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3145730" name="肘形接點 14"/>
          <p:cNvCxnSpPr>
            <a:cxnSpLocks/>
          </p:cNvCxnSpPr>
          <p:nvPr/>
        </p:nvCxnSpPr>
        <p:spPr>
          <a:xfrm>
            <a:off x="488504" y="5013176"/>
            <a:ext cx="8970997" cy="72008"/>
          </a:xfrm>
          <a:prstGeom prst="bentConnector3">
            <a:avLst>
              <a:gd name="adj1" fmla="val 36374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6" name="文字方塊 22"/>
          <p:cNvSpPr txBox="1"/>
          <p:nvPr/>
        </p:nvSpPr>
        <p:spPr>
          <a:xfrm>
            <a:off x="488504" y="3284984"/>
            <a:ext cx="5112568" cy="18928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smtClean="0">
                <a:solidFill>
                  <a:schemeClr val="bg1"/>
                </a:solidFill>
              </a:rPr>
              <a:t>C</a:t>
            </a:r>
            <a:r>
              <a:rPr lang="en-US" altLang="zh-TW" dirty="0" smtClean="0">
                <a:solidFill>
                  <a:schemeClr val="bg1"/>
                </a:solidFill>
              </a:rPr>
              <a:t>han Chun Wai</a:t>
            </a:r>
            <a:endParaRPr lang="en-US" altLang="zh-TW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dirty="0" smtClean="0">
                <a:solidFill>
                  <a:schemeClr val="bg1"/>
                </a:solidFill>
              </a:rPr>
              <a:t>Design </a:t>
            </a:r>
            <a:r>
              <a:rPr lang="en-US" altLang="zh-TW" dirty="0" smtClean="0">
                <a:solidFill>
                  <a:schemeClr val="bg1"/>
                </a:solidFill>
              </a:rPr>
              <a:t>director</a:t>
            </a:r>
            <a:endParaRPr lang="en-US" altLang="zh-TW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dirty="0" smtClean="0">
                <a:solidFill>
                  <a:schemeClr val="bg1"/>
                </a:solidFill>
              </a:rPr>
              <a:t>T </a:t>
            </a:r>
            <a:r>
              <a:rPr lang="en-US" altLang="zh-TW" dirty="0" smtClean="0">
                <a:solidFill>
                  <a:schemeClr val="bg1"/>
                </a:solidFill>
              </a:rPr>
              <a:t>+ </a:t>
            </a:r>
            <a:r>
              <a:rPr lang="en-US" altLang="zh-TW" dirty="0" smtClean="0">
                <a:solidFill>
                  <a:schemeClr val="bg1"/>
                </a:solidFill>
              </a:rPr>
              <a:t>852 5133 8011 </a:t>
            </a:r>
            <a:endParaRPr lang="en-US" altLang="zh-TW" dirty="0" smtClean="0">
              <a:solidFill>
                <a:schemeClr val="bg1"/>
              </a:solidFill>
            </a:endParaRPr>
          </a:p>
          <a:p>
            <a:r>
              <a:rPr lang="en-US" altLang="zh-TW" dirty="0" smtClean="0">
                <a:solidFill>
                  <a:schemeClr val="bg1"/>
                </a:solidFill>
              </a:rPr>
              <a:t>Email </a:t>
            </a:r>
            <a:r>
              <a:rPr lang="en-US" altLang="zh-TW" dirty="0" smtClean="0">
                <a:solidFill>
                  <a:schemeClr val="bg1"/>
                </a:solidFill>
              </a:rPr>
              <a:t>: </a:t>
            </a:r>
            <a:r>
              <a:rPr lang="en-US" altLang="zh-CN" dirty="0">
                <a:solidFill>
                  <a:schemeClr val="bg1"/>
                </a:solidFill>
              </a:rPr>
              <a:t>accordinteriorscompanys@gmail.com</a:t>
            </a:r>
          </a:p>
          <a:p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048587" name="文字方塊 9"/>
          <p:cNvSpPr txBox="1"/>
          <p:nvPr/>
        </p:nvSpPr>
        <p:spPr>
          <a:xfrm>
            <a:off x="5169024" y="940880"/>
            <a:ext cx="532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Accord </a:t>
            </a:r>
            <a:r>
              <a:rPr lang="en-US" altLang="zh-TW" sz="2000" dirty="0" smtClean="0">
                <a:solidFill>
                  <a:schemeClr val="bg1"/>
                </a:solidFill>
              </a:rPr>
              <a:t>Interiors Companys</a:t>
            </a:r>
            <a:endParaRPr lang="zh-TW" altLang="en-US" sz="2000" dirty="0">
              <a:solidFill>
                <a:schemeClr val="bg1"/>
              </a:solidFill>
            </a:endParaRPr>
          </a:p>
        </p:txBody>
      </p:sp>
      <p:sp>
        <p:nvSpPr>
          <p:cNvPr id="1048588" name="文字方塊 13"/>
          <p:cNvSpPr txBox="1"/>
          <p:nvPr/>
        </p:nvSpPr>
        <p:spPr>
          <a:xfrm>
            <a:off x="3656856" y="5157192"/>
            <a:ext cx="5982728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+mj-lt"/>
              </a:rPr>
              <a:t>Interior Design</a:t>
            </a:r>
            <a:r>
              <a:rPr lang="zh-TW" altLang="en-US" dirty="0" smtClean="0">
                <a:latin typeface="+mj-lt"/>
              </a:rPr>
              <a:t>．</a:t>
            </a:r>
            <a:r>
              <a:rPr lang="en-US" altLang="zh-TW" dirty="0" smtClean="0">
                <a:latin typeface="+mj-lt"/>
              </a:rPr>
              <a:t>Contracting</a:t>
            </a:r>
            <a:r>
              <a:rPr lang="zh-TW" altLang="en-US" dirty="0" smtClean="0">
                <a:latin typeface="+mj-lt"/>
              </a:rPr>
              <a:t>．</a:t>
            </a:r>
            <a:r>
              <a:rPr lang="en-US" altLang="zh-TW" dirty="0" smtClean="0">
                <a:latin typeface="+mj-lt"/>
              </a:rPr>
              <a:t>Project Management</a:t>
            </a:r>
            <a:endParaRPr lang="zh-TW" altLang="en-US" dirty="0" smtClean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  <p:sp>
        <p:nvSpPr>
          <p:cNvPr id="1048589" name="文字方塊 17"/>
          <p:cNvSpPr txBox="1"/>
          <p:nvPr/>
        </p:nvSpPr>
        <p:spPr>
          <a:xfrm>
            <a:off x="3728864" y="5589240"/>
            <a:ext cx="57246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Office address</a:t>
            </a:r>
            <a:r>
              <a:rPr lang="en-US" altLang="zh-TW" dirty="0" smtClean="0"/>
              <a:t>: Flat 1413, 14/F </a:t>
            </a:r>
          </a:p>
          <a:p>
            <a:r>
              <a:rPr lang="en-US" altLang="zh-TW" dirty="0"/>
              <a:t>	</a:t>
            </a:r>
            <a:r>
              <a:rPr lang="en-US" altLang="zh-TW" dirty="0" smtClean="0"/>
              <a:t>	Sheung Lai House, Sheung Tak Est</a:t>
            </a:r>
          </a:p>
          <a:p>
            <a:r>
              <a:rPr lang="en-US" altLang="zh-TW" dirty="0"/>
              <a:t>	</a:t>
            </a:r>
            <a:r>
              <a:rPr lang="en-US" altLang="zh-TW" dirty="0" smtClean="0"/>
              <a:t>	T</a:t>
            </a:r>
            <a:r>
              <a:rPr lang="en-US" altLang="zh-TW" dirty="0" smtClean="0"/>
              <a:t>KO, Hong Kong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文字方塊 1"/>
          <p:cNvSpPr txBox="1"/>
          <p:nvPr/>
        </p:nvSpPr>
        <p:spPr>
          <a:xfrm>
            <a:off x="416496" y="980728"/>
            <a:ext cx="9217024" cy="36855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公司簡介</a:t>
            </a:r>
            <a:endParaRPr lang="en-US" altLang="zh-TW" dirty="0" smtClean="0">
              <a:solidFill>
                <a:schemeClr val="bg1"/>
              </a:solidFill>
            </a:endParaRPr>
          </a:p>
          <a:p>
            <a:endParaRPr lang="zh-TW" altLang="en-US" sz="1400" dirty="0" smtClean="0">
              <a:solidFill>
                <a:schemeClr val="bg1"/>
              </a:solidFill>
            </a:endParaRPr>
          </a:p>
          <a:p>
            <a:pPr marL="0" lvl="5">
              <a:lnSpc>
                <a:spcPts val="1800"/>
              </a:lnSpc>
            </a:pPr>
            <a:r>
              <a:rPr lang="zh-TW" altLang="en-US" sz="1400" dirty="0">
                <a:solidFill>
                  <a:schemeClr val="bg1"/>
                </a:solidFill>
                <a:latin typeface="+mj-ea"/>
                <a:ea typeface="+mj-ea"/>
              </a:rPr>
              <a:t>雅閣室內裝飾公司，</a:t>
            </a:r>
            <a:r>
              <a:rPr lang="zh-TW" altLang="en-US" sz="1400" dirty="0" smtClean="0">
                <a:solidFill>
                  <a:schemeClr val="bg1"/>
                </a:solidFill>
                <a:latin typeface="+mj-ea"/>
                <a:ea typeface="+mj-ea"/>
              </a:rPr>
              <a:t>擅長處理室內創作設計及商業空間平面規劃。我們善於項目管理並由最初的概念設計至項目完成，當中不乏找到各具特色的空間包括住宅、辦公室、公共場所、樣板房及餐廳等。</a:t>
            </a:r>
          </a:p>
          <a:p>
            <a:pPr>
              <a:lnSpc>
                <a:spcPts val="1800"/>
              </a:lnSpc>
            </a:pPr>
            <a:r>
              <a:rPr lang="zh-TW" altLang="en-US" sz="1400" dirty="0" smtClean="0">
                <a:solidFill>
                  <a:schemeClr val="bg1"/>
                </a:solidFill>
                <a:latin typeface="+mj-ea"/>
                <a:ea typeface="+mj-ea"/>
              </a:rPr>
              <a:t>視乎項目性質及客戶的要求，提供設計顧問服務和一站式設計及施工服務。公司團隊致力細心聆聽客戶的要求，當徹底了解客人需要，營運模式、市場定位後，設計師會賦予空間獨特及合乎成本效益的專業設計方案。設計除彰顯完美的內部裝飾外，還徹底考慮如視聽、影音、光線、傢具、燈飾、藝術品等並融合為整體方案，為客戶提供一個多功能及舒適的空間，也增強客戶公司的商業價值。公司與合作夥伴會嚴謹控制財務預算，盡可能以最短時間內完成工程項目，從最初準備至施工階段，會不時與客戶溝通參與工程進度包括編制帳項、預算數據、工程行政和施工管理等。</a:t>
            </a:r>
            <a:endParaRPr lang="en-US" altLang="zh-TW" sz="1400" dirty="0" smtClean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ts val="1800"/>
              </a:lnSpc>
            </a:pPr>
            <a:endParaRPr lang="zh-TW" altLang="en-US" sz="1400" dirty="0" smtClean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ts val="1800"/>
              </a:lnSpc>
            </a:pPr>
            <a:r>
              <a:rPr lang="zh-TW" altLang="en-US" sz="1400" dirty="0" smtClean="0">
                <a:solidFill>
                  <a:schemeClr val="bg1"/>
                </a:solidFill>
                <a:latin typeface="+mj-ea"/>
                <a:ea typeface="+mj-ea"/>
              </a:rPr>
              <a:t>我們對設計的執著及重質不重量的信念，成立至今已為多個聲名顯著的客戶完成出色的內部裝飾，如卓智醫學掃描診斷中心</a:t>
            </a:r>
            <a:r>
              <a:rPr lang="en-US" altLang="zh-TW" sz="1400" dirty="0" smtClean="0">
                <a:solidFill>
                  <a:schemeClr val="bg1"/>
                </a:solidFill>
                <a:latin typeface="+mj-ea"/>
                <a:ea typeface="+mj-ea"/>
              </a:rPr>
              <a:t>,</a:t>
            </a:r>
            <a:r>
              <a:rPr lang="en-US" altLang="zh-TW" sz="1400" dirty="0" smtClean="0">
                <a:latin typeface="+mj-ea"/>
                <a:ea typeface="+mj-ea"/>
              </a:rPr>
              <a:t> </a:t>
            </a:r>
            <a:r>
              <a:rPr lang="en-US" altLang="zh-TW" sz="1400" dirty="0" smtClean="0">
                <a:solidFill>
                  <a:schemeClr val="bg1"/>
                </a:solidFill>
                <a:latin typeface="+mj-ea"/>
                <a:ea typeface="+mj-ea"/>
              </a:rPr>
              <a:t>Parkway Health Hong Kong, shop9restaurant&amp;bar,</a:t>
            </a:r>
            <a:r>
              <a:rPr lang="zh-TW" altLang="en-US" sz="1400" dirty="0" smtClean="0">
                <a:solidFill>
                  <a:schemeClr val="bg1"/>
                </a:solidFill>
                <a:latin typeface="+mj-ea"/>
                <a:ea typeface="+mj-ea"/>
              </a:rPr>
              <a:t>麗姐廚房</a:t>
            </a:r>
            <a:r>
              <a:rPr lang="en-US" altLang="zh-TW" sz="1400" dirty="0" smtClean="0">
                <a:solidFill>
                  <a:schemeClr val="bg1"/>
                </a:solidFill>
                <a:latin typeface="+mj-ea"/>
                <a:ea typeface="+mj-ea"/>
              </a:rPr>
              <a:t>,</a:t>
            </a:r>
            <a:r>
              <a:rPr lang="zh-TW" altLang="en-US" sz="1400" dirty="0" smtClean="0">
                <a:solidFill>
                  <a:schemeClr val="bg1"/>
                </a:solidFill>
                <a:latin typeface="+mj-ea"/>
                <a:ea typeface="+mj-ea"/>
              </a:rPr>
              <a:t>金城營造集團</a:t>
            </a:r>
            <a:r>
              <a:rPr lang="en-US" altLang="zh-TW" sz="1400" dirty="0" smtClean="0">
                <a:solidFill>
                  <a:schemeClr val="bg1"/>
                </a:solidFill>
                <a:latin typeface="+mj-ea"/>
                <a:ea typeface="+mj-ea"/>
              </a:rPr>
              <a:t>,</a:t>
            </a:r>
            <a:r>
              <a:rPr lang="zh-TW" altLang="en-US" sz="1400" dirty="0" smtClean="0">
                <a:solidFill>
                  <a:schemeClr val="bg1"/>
                </a:solidFill>
                <a:latin typeface="+mj-ea"/>
                <a:ea typeface="+mj-ea"/>
              </a:rPr>
              <a:t>羅氏律師行</a:t>
            </a:r>
            <a:r>
              <a:rPr lang="en-US" altLang="zh-TW" sz="1400" dirty="0" smtClean="0">
                <a:solidFill>
                  <a:schemeClr val="bg1"/>
                </a:solidFill>
                <a:latin typeface="+mj-ea"/>
                <a:ea typeface="+mj-ea"/>
              </a:rPr>
              <a:t>,</a:t>
            </a:r>
            <a:r>
              <a:rPr lang="zh-TW" altLang="en-US" sz="1400" dirty="0" smtClean="0">
                <a:solidFill>
                  <a:schemeClr val="bg1"/>
                </a:solidFill>
                <a:latin typeface="+mj-ea"/>
                <a:ea typeface="+mj-ea"/>
              </a:rPr>
              <a:t>及多個大型屋苑設計項目在贏得他們的信賴之餘，更獲委任承擔更多新的工作。</a:t>
            </a:r>
          </a:p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1048594" name="Rectangle 1"/>
          <p:cNvSpPr>
            <a:spLocks noChangeArrowheads="1"/>
          </p:cNvSpPr>
          <p:nvPr/>
        </p:nvSpPr>
        <p:spPr bwMode="auto">
          <a:xfrm>
            <a:off x="0" y="128572"/>
            <a:ext cx="274434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TW" sz="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cs typeface="新細明體" pitchFamily="18" charset="-120"/>
              </a:rPr>
              <a:t>。</a:t>
            </a:r>
            <a:endParaRPr kumimoji="1" 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pic>
        <p:nvPicPr>
          <p:cNvPr id="2097152" name="Picture 2" descr="http://www.yod.com.hk/img/company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8504" y="4581128"/>
            <a:ext cx="1296144" cy="1948561"/>
          </a:xfrm>
          <a:prstGeom prst="rect">
            <a:avLst/>
          </a:prstGeom>
          <a:noFill/>
        </p:spPr>
      </p:pic>
      <p:sp>
        <p:nvSpPr>
          <p:cNvPr id="1048595" name="矩形 5"/>
          <p:cNvSpPr/>
          <p:nvPr/>
        </p:nvSpPr>
        <p:spPr>
          <a:xfrm>
            <a:off x="1856656" y="260648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097153" name="Picture 3" descr="C:\Users\USER\Desktop\君帕\LivingArea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16695" y="4725145"/>
            <a:ext cx="1728192" cy="1368152"/>
          </a:xfrm>
          <a:prstGeom prst="rect">
            <a:avLst/>
          </a:prstGeom>
          <a:noFill/>
        </p:spPr>
      </p:pic>
      <p:pic>
        <p:nvPicPr>
          <p:cNvPr id="2097154" name="Picture 5" descr="C:\Users\USER\Desktop\TIM kwong\showroom\3dmix\parkway\ReceptionA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44887" y="4725144"/>
            <a:ext cx="1943576" cy="1368152"/>
          </a:xfrm>
          <a:prstGeom prst="rect">
            <a:avLst/>
          </a:prstGeom>
          <a:noFill/>
        </p:spPr>
      </p:pic>
      <p:pic>
        <p:nvPicPr>
          <p:cNvPr id="2097155" name="Picture 6" descr="C:\Users\USER\Desktop\TIM kwong\showroom\昇御門\LivingArea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89103" y="4725144"/>
            <a:ext cx="1820099" cy="1368152"/>
          </a:xfrm>
          <a:prstGeom prst="rect">
            <a:avLst/>
          </a:prstGeom>
          <a:noFill/>
        </p:spPr>
      </p:pic>
      <p:pic>
        <p:nvPicPr>
          <p:cNvPr id="2097156" name="Picture 7" descr="C:\Users\USER\Desktop\TIM kwong\showroom\上環信裕大厦\ViewC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89304" y="4725144"/>
            <a:ext cx="1944216" cy="13686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矩形 2"/>
          <p:cNvSpPr/>
          <p:nvPr/>
        </p:nvSpPr>
        <p:spPr>
          <a:xfrm>
            <a:off x="3728864" y="6381328"/>
            <a:ext cx="6004892" cy="396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TW" dirty="0" smtClean="0">
                <a:solidFill>
                  <a:schemeClr val="bg1"/>
                </a:solidFill>
                <a:latin typeface="Vineta BT" pitchFamily="82" charset="0"/>
              </a:rPr>
              <a:t> </a:t>
            </a:r>
            <a:endParaRPr lang="zh-TW" altLang="en-US" dirty="0">
              <a:solidFill>
                <a:schemeClr val="bg1"/>
              </a:solidFill>
              <a:latin typeface="Vineta BT" pitchFamily="82" charset="0"/>
            </a:endParaRPr>
          </a:p>
        </p:txBody>
      </p:sp>
      <p:sp>
        <p:nvSpPr>
          <p:cNvPr id="1048597" name="文字方塊 6"/>
          <p:cNvSpPr txBox="1"/>
          <p:nvPr/>
        </p:nvSpPr>
        <p:spPr>
          <a:xfrm>
            <a:off x="488504" y="1052736"/>
            <a:ext cx="9001000" cy="759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lang="zh-TW" altLang="en-US" sz="1200" dirty="0" smtClean="0">
                <a:solidFill>
                  <a:sysClr val="windowText" lastClr="000000"/>
                </a:solidFill>
              </a:rPr>
              <a:t>透 過 了 解 需 求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，</a:t>
            </a:r>
            <a:r>
              <a:rPr lang="zh-TW" altLang="en-US" sz="1200" dirty="0">
                <a:solidFill>
                  <a:schemeClr val="bg1"/>
                </a:solidFill>
                <a:latin typeface="+mj-ea"/>
              </a:rPr>
              <a:t>雅閣室內裝飾公司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會協助客戶統籌整個工程項目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－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包括由最初期因應客戶需求要演化出的設計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，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以致實際的施工過程及監控，我們都一一為您效勞整個流程可大致分為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：　</a:t>
            </a:r>
            <a:endParaRPr lang="zh-TW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048598" name="文字方塊 7"/>
          <p:cNvSpPr txBox="1"/>
          <p:nvPr/>
        </p:nvSpPr>
        <p:spPr>
          <a:xfrm>
            <a:off x="488504" y="1916832"/>
            <a:ext cx="194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chemeClr val="bg1"/>
                </a:solidFill>
              </a:rPr>
              <a:t>SECTION</a:t>
            </a:r>
            <a:r>
              <a:rPr lang="zh-TW" altLang="en-US" sz="1400" b="1" dirty="0" smtClean="0">
                <a:solidFill>
                  <a:schemeClr val="bg1"/>
                </a:solidFill>
              </a:rPr>
              <a:t> </a:t>
            </a:r>
            <a:r>
              <a:rPr lang="en-US" altLang="zh-TW" sz="1400" b="1" dirty="0" smtClean="0">
                <a:solidFill>
                  <a:schemeClr val="bg1"/>
                </a:solidFill>
              </a:rPr>
              <a:t>1</a:t>
            </a:r>
            <a:endParaRPr lang="zh-TW" altLang="en-US" sz="1400" b="1" dirty="0">
              <a:solidFill>
                <a:schemeClr val="bg1"/>
              </a:solidFill>
            </a:endParaRPr>
          </a:p>
        </p:txBody>
      </p:sp>
      <p:sp>
        <p:nvSpPr>
          <p:cNvPr id="1048599" name="文字方塊 8"/>
          <p:cNvSpPr txBox="1"/>
          <p:nvPr/>
        </p:nvSpPr>
        <p:spPr>
          <a:xfrm>
            <a:off x="1496616" y="1916832"/>
            <a:ext cx="2592288" cy="307777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Design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Concept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/</a:t>
            </a:r>
            <a:r>
              <a:rPr lang="zh-TW" altLang="en-US" sz="1400" dirty="0" smtClean="0"/>
              <a:t> 設計大鋼</a:t>
            </a:r>
            <a:endParaRPr lang="zh-TW" altLang="en-US" sz="1400" dirty="0"/>
          </a:p>
        </p:txBody>
      </p:sp>
      <p:sp>
        <p:nvSpPr>
          <p:cNvPr id="1048600" name="文字方塊 10"/>
          <p:cNvSpPr txBox="1"/>
          <p:nvPr/>
        </p:nvSpPr>
        <p:spPr>
          <a:xfrm>
            <a:off x="416496" y="2204864"/>
            <a:ext cx="5256584" cy="227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sz="1200" dirty="0" smtClean="0">
                <a:solidFill>
                  <a:schemeClr val="bg1"/>
                </a:solidFill>
              </a:rPr>
              <a:t>On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site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measurement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&amp;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design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ideas.</a:t>
            </a:r>
          </a:p>
          <a:p>
            <a:pPr marL="342900" indent="-342900"/>
            <a:r>
              <a:rPr lang="en-US" altLang="zh-TW" sz="1200" dirty="0">
                <a:solidFill>
                  <a:schemeClr val="bg1"/>
                </a:solidFill>
              </a:rPr>
              <a:t>	</a:t>
            </a:r>
            <a:r>
              <a:rPr lang="zh-TW" altLang="en-US" sz="1200" dirty="0" smtClean="0">
                <a:solidFill>
                  <a:schemeClr val="bg1"/>
                </a:solidFill>
              </a:rPr>
              <a:t>現 場 度 呎 及 提 供 設 計 建 議 </a:t>
            </a:r>
            <a:r>
              <a:rPr lang="en-US" altLang="zh-TW" sz="1200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 startAt="2"/>
            </a:pPr>
            <a:r>
              <a:rPr lang="en-US" altLang="zh-TW" sz="1200" dirty="0" smtClean="0">
                <a:solidFill>
                  <a:schemeClr val="bg1"/>
                </a:solidFill>
              </a:rPr>
              <a:t>Layout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plan,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furniture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plan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and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major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design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concept.</a:t>
            </a:r>
          </a:p>
          <a:p>
            <a:pPr marL="342900" indent="-342900"/>
            <a:r>
              <a:rPr lang="en-US" altLang="zh-TW" sz="1200" dirty="0">
                <a:solidFill>
                  <a:schemeClr val="bg1"/>
                </a:solidFill>
              </a:rPr>
              <a:t>	</a:t>
            </a:r>
            <a:r>
              <a:rPr lang="zh-TW" altLang="en-US" sz="1200" dirty="0" smtClean="0">
                <a:solidFill>
                  <a:schemeClr val="bg1"/>
                </a:solidFill>
              </a:rPr>
              <a:t>繪 畫 單 位 平 面 圖，傢 俱 佈 置 及 整 體 設 計 </a:t>
            </a:r>
            <a:r>
              <a:rPr lang="en-US" altLang="zh-TW" sz="1200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 startAt="3"/>
            </a:pPr>
            <a:r>
              <a:rPr lang="en-US" altLang="zh-TW" sz="1200" dirty="0" smtClean="0">
                <a:solidFill>
                  <a:schemeClr val="bg1"/>
                </a:solidFill>
              </a:rPr>
              <a:t>Revise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related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drawings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&amp;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design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concept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according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to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clients’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requests.</a:t>
            </a:r>
          </a:p>
          <a:p>
            <a:pPr marL="342900" indent="-342900"/>
            <a:r>
              <a:rPr lang="en-US" altLang="zh-TW" sz="1200" dirty="0">
                <a:solidFill>
                  <a:schemeClr val="bg1"/>
                </a:solidFill>
              </a:rPr>
              <a:t>	</a:t>
            </a:r>
            <a:r>
              <a:rPr lang="zh-TW" altLang="en-US" sz="1200" dirty="0" smtClean="0">
                <a:solidFill>
                  <a:schemeClr val="bg1"/>
                </a:solidFill>
              </a:rPr>
              <a:t>根 據 客 方 意 見 修 改 有 關 圖 紙 及 設 計 </a:t>
            </a:r>
            <a:r>
              <a:rPr lang="en-US" altLang="zh-TW" sz="1200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 startAt="3"/>
            </a:pPr>
            <a:endParaRPr lang="en-US" altLang="zh-TW" sz="1400" dirty="0" smtClean="0">
              <a:solidFill>
                <a:schemeClr val="bg1"/>
              </a:solidFill>
            </a:endParaRPr>
          </a:p>
          <a:p>
            <a:pPr marL="342900" indent="-342900"/>
            <a:r>
              <a:rPr lang="en-US" altLang="zh-TW" sz="1400" dirty="0">
                <a:solidFill>
                  <a:schemeClr val="bg1"/>
                </a:solidFill>
              </a:rPr>
              <a:t>	</a:t>
            </a:r>
            <a:endParaRPr lang="en-US" altLang="zh-TW" sz="1400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1048601" name="文字方塊 11"/>
          <p:cNvSpPr txBox="1"/>
          <p:nvPr/>
        </p:nvSpPr>
        <p:spPr>
          <a:xfrm>
            <a:off x="5817096" y="3068960"/>
            <a:ext cx="1224136" cy="370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 smtClean="0">
                <a:solidFill>
                  <a:schemeClr val="bg1"/>
                </a:solidFill>
              </a:rPr>
              <a:t>SECTION</a:t>
            </a:r>
            <a:r>
              <a:rPr lang="zh-TW" altLang="en-US" sz="1600" b="1" dirty="0" smtClean="0">
                <a:solidFill>
                  <a:schemeClr val="bg1"/>
                </a:solidFill>
              </a:rPr>
              <a:t> </a:t>
            </a:r>
            <a:r>
              <a:rPr lang="en-US" altLang="zh-TW" sz="1600" b="1" dirty="0" smtClean="0">
                <a:solidFill>
                  <a:schemeClr val="bg1"/>
                </a:solidFill>
              </a:rPr>
              <a:t>2</a:t>
            </a:r>
            <a:endParaRPr lang="zh-TW" altLang="en-US" sz="1600" b="1" dirty="0">
              <a:solidFill>
                <a:schemeClr val="bg1"/>
              </a:solidFill>
            </a:endParaRPr>
          </a:p>
        </p:txBody>
      </p:sp>
      <p:sp>
        <p:nvSpPr>
          <p:cNvPr id="1048602" name="文字方塊 12"/>
          <p:cNvSpPr txBox="1"/>
          <p:nvPr/>
        </p:nvSpPr>
        <p:spPr>
          <a:xfrm>
            <a:off x="6969224" y="3068960"/>
            <a:ext cx="2520280" cy="30777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Making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Drawing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/</a:t>
            </a:r>
            <a:r>
              <a:rPr lang="zh-TW" altLang="en-US" sz="1400" dirty="0" smtClean="0"/>
              <a:t> 繪製圖紙</a:t>
            </a:r>
            <a:endParaRPr lang="zh-TW" altLang="en-US" sz="1400" dirty="0"/>
          </a:p>
        </p:txBody>
      </p:sp>
      <p:sp>
        <p:nvSpPr>
          <p:cNvPr id="1048603" name="文字方塊 13"/>
          <p:cNvSpPr txBox="1"/>
          <p:nvPr/>
        </p:nvSpPr>
        <p:spPr>
          <a:xfrm>
            <a:off x="5961112" y="3501008"/>
            <a:ext cx="4536504" cy="110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sz="1200" dirty="0" smtClean="0">
                <a:solidFill>
                  <a:schemeClr val="bg1"/>
                </a:solidFill>
              </a:rPr>
              <a:t>Provide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renovation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work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quotation.</a:t>
            </a:r>
          </a:p>
          <a:p>
            <a:pPr marL="342900" indent="-342900"/>
            <a:r>
              <a:rPr lang="en-US" altLang="zh-TW" sz="1200" dirty="0" smtClean="0">
                <a:solidFill>
                  <a:schemeClr val="bg1"/>
                </a:solidFill>
              </a:rPr>
              <a:t>	</a:t>
            </a:r>
            <a:r>
              <a:rPr lang="zh-TW" altLang="en-US" sz="1200" dirty="0" smtClean="0">
                <a:solidFill>
                  <a:schemeClr val="bg1"/>
                </a:solidFill>
              </a:rPr>
              <a:t>提 供 工 程 合 約 造 價 </a:t>
            </a:r>
            <a:r>
              <a:rPr lang="en-US" altLang="zh-TW" sz="1200" dirty="0" smtClean="0">
                <a:solidFill>
                  <a:schemeClr val="bg1"/>
                </a:solidFill>
              </a:rPr>
              <a:t>.</a:t>
            </a:r>
            <a:r>
              <a:rPr lang="en-US" altLang="zh-TW" sz="1200" dirty="0">
                <a:solidFill>
                  <a:schemeClr val="bg1"/>
                </a:solidFill>
              </a:rPr>
              <a:t>	</a:t>
            </a:r>
            <a:endParaRPr lang="en-US" altLang="zh-TW" sz="1200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 startAt="2"/>
            </a:pPr>
            <a:r>
              <a:rPr lang="en-US" altLang="zh-TW" sz="1200" dirty="0" smtClean="0">
                <a:solidFill>
                  <a:schemeClr val="bg1"/>
                </a:solidFill>
              </a:rPr>
              <a:t>Provide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colored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perspective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&amp;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sample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endParaRPr lang="en-US" altLang="zh-TW" sz="1200" dirty="0" smtClean="0">
              <a:solidFill>
                <a:schemeClr val="bg1"/>
              </a:solidFill>
            </a:endParaRPr>
          </a:p>
          <a:p>
            <a:pPr marL="342900" indent="-342900"/>
            <a:r>
              <a:rPr lang="en-US" altLang="zh-TW" sz="1200" dirty="0">
                <a:solidFill>
                  <a:schemeClr val="bg1"/>
                </a:solidFill>
              </a:rPr>
              <a:t>	</a:t>
            </a:r>
            <a:r>
              <a:rPr lang="en-US" altLang="zh-TW" sz="1200" dirty="0" smtClean="0">
                <a:solidFill>
                  <a:schemeClr val="bg1"/>
                </a:solidFill>
              </a:rPr>
              <a:t>boards.</a:t>
            </a:r>
            <a:endParaRPr lang="en-US" altLang="zh-TW" sz="1200" dirty="0">
              <a:solidFill>
                <a:schemeClr val="bg1"/>
              </a:solidFill>
            </a:endParaRPr>
          </a:p>
          <a:p>
            <a:pPr marL="342900" indent="-342900"/>
            <a:r>
              <a:rPr lang="en-US" altLang="zh-TW" sz="1200" dirty="0" smtClean="0">
                <a:solidFill>
                  <a:schemeClr val="bg1"/>
                </a:solidFill>
              </a:rPr>
              <a:t>	</a:t>
            </a:r>
            <a:r>
              <a:rPr lang="zh-TW" altLang="en-US" sz="1200" dirty="0" smtClean="0">
                <a:solidFill>
                  <a:schemeClr val="bg1"/>
                </a:solidFill>
              </a:rPr>
              <a:t>提 供 彩 色 效 果 圖 及 有 關 物 料 </a:t>
            </a:r>
            <a:r>
              <a:rPr lang="en-US" altLang="zh-TW" sz="1200" dirty="0" smtClean="0">
                <a:solidFill>
                  <a:schemeClr val="bg1"/>
                </a:solidFill>
              </a:rPr>
              <a:t>.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  <p:sp>
        <p:nvSpPr>
          <p:cNvPr id="1048604" name="文字方塊 14"/>
          <p:cNvSpPr txBox="1"/>
          <p:nvPr/>
        </p:nvSpPr>
        <p:spPr>
          <a:xfrm>
            <a:off x="488504" y="4005064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chemeClr val="bg1"/>
                </a:solidFill>
              </a:rPr>
              <a:t>SECTION</a:t>
            </a:r>
            <a:r>
              <a:rPr lang="zh-TW" altLang="en-US" sz="1400" b="1" dirty="0" smtClean="0">
                <a:solidFill>
                  <a:schemeClr val="bg1"/>
                </a:solidFill>
              </a:rPr>
              <a:t> </a:t>
            </a:r>
            <a:r>
              <a:rPr lang="en-US" altLang="zh-TW" sz="1400" b="1" dirty="0" smtClean="0">
                <a:solidFill>
                  <a:schemeClr val="bg1"/>
                </a:solidFill>
              </a:rPr>
              <a:t>3</a:t>
            </a:r>
            <a:endParaRPr lang="zh-TW" altLang="en-US" sz="1400" b="1" dirty="0">
              <a:solidFill>
                <a:schemeClr val="bg1"/>
              </a:solidFill>
            </a:endParaRPr>
          </a:p>
        </p:txBody>
      </p:sp>
      <p:sp>
        <p:nvSpPr>
          <p:cNvPr id="1048605" name="文字方塊 15"/>
          <p:cNvSpPr txBox="1"/>
          <p:nvPr/>
        </p:nvSpPr>
        <p:spPr>
          <a:xfrm>
            <a:off x="1568624" y="4005064"/>
            <a:ext cx="2880320" cy="307777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On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Site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Construction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/</a:t>
            </a:r>
            <a:r>
              <a:rPr lang="zh-TW" altLang="en-US" sz="1400" dirty="0" smtClean="0"/>
              <a:t> 現場施工</a:t>
            </a:r>
            <a:endParaRPr lang="zh-TW" altLang="en-US" sz="1400" dirty="0"/>
          </a:p>
        </p:txBody>
      </p:sp>
      <p:sp>
        <p:nvSpPr>
          <p:cNvPr id="1048606" name="文字方塊 16"/>
          <p:cNvSpPr txBox="1"/>
          <p:nvPr/>
        </p:nvSpPr>
        <p:spPr>
          <a:xfrm>
            <a:off x="272480" y="4437112"/>
            <a:ext cx="5616624" cy="2123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zh-TW" sz="1200" dirty="0" smtClean="0">
                <a:solidFill>
                  <a:schemeClr val="bg1"/>
                </a:solidFill>
              </a:rPr>
              <a:t>Provide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construction</a:t>
            </a:r>
            <a:r>
              <a:rPr lang="zh-TW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TW" sz="1200" dirty="0" smtClean="0">
                <a:solidFill>
                  <a:schemeClr val="bg1"/>
                </a:solidFill>
              </a:rPr>
              <a:t>drawings.</a:t>
            </a:r>
          </a:p>
          <a:p>
            <a:pPr marL="228600" indent="-228600"/>
            <a:r>
              <a:rPr lang="en-US" altLang="zh-TW" sz="1200" dirty="0">
                <a:solidFill>
                  <a:schemeClr val="bg1"/>
                </a:solidFill>
              </a:rPr>
              <a:t>	</a:t>
            </a:r>
            <a:r>
              <a:rPr lang="zh-TW" altLang="en-US" sz="1200" dirty="0" smtClean="0">
                <a:solidFill>
                  <a:schemeClr val="bg1"/>
                </a:solidFill>
              </a:rPr>
              <a:t>繪 畫 整 套 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施 工 圖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.</a:t>
            </a:r>
          </a:p>
          <a:p>
            <a:pPr marL="228600" indent="-228600">
              <a:buAutoNum type="arabicPeriod" startAt="2"/>
            </a:pPr>
            <a:r>
              <a:rPr lang="en-US" altLang="zh-TW" sz="1200" dirty="0" smtClean="0">
                <a:solidFill>
                  <a:sysClr val="windowText" lastClr="000000"/>
                </a:solidFill>
              </a:rPr>
              <a:t>Starting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construction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work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&amp;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site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inspection.</a:t>
            </a:r>
          </a:p>
          <a:p>
            <a:pPr marL="228600" indent="-228600"/>
            <a:r>
              <a:rPr lang="en-US" altLang="zh-TW" sz="1200" dirty="0">
                <a:solidFill>
                  <a:sysClr val="windowText" lastClr="000000"/>
                </a:solidFill>
              </a:rPr>
              <a:t>	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展 開 裝 修 工 程 及 現 場 監 工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.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endParaRPr lang="en-US" altLang="zh-TW" sz="1200" dirty="0" smtClean="0">
              <a:solidFill>
                <a:sysClr val="windowText" lastClr="000000"/>
              </a:solidFill>
            </a:endParaRPr>
          </a:p>
          <a:p>
            <a:pPr marL="228600" indent="-228600">
              <a:buAutoNum type="arabicPeriod" startAt="3"/>
            </a:pPr>
            <a:r>
              <a:rPr lang="en-US" altLang="zh-TW" sz="1200" dirty="0" smtClean="0">
                <a:solidFill>
                  <a:sysClr val="windowText" lastClr="000000"/>
                </a:solidFill>
              </a:rPr>
              <a:t>Project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completion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and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touch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up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work.</a:t>
            </a:r>
          </a:p>
          <a:p>
            <a:pPr marL="228600" indent="-228600"/>
            <a:r>
              <a:rPr lang="en-US" altLang="zh-TW" sz="1200" dirty="0">
                <a:solidFill>
                  <a:sysClr val="windowText" lastClr="000000"/>
                </a:solidFill>
              </a:rPr>
              <a:t>	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完 成 工 程 及 入 伙 後 跟 進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.</a:t>
            </a:r>
            <a:endParaRPr lang="en-US" altLang="zh-TW" sz="1200" dirty="0">
              <a:solidFill>
                <a:sysClr val="windowText" lastClr="000000"/>
              </a:solidFill>
            </a:endParaRPr>
          </a:p>
          <a:p>
            <a:pPr marL="228600" indent="-228600">
              <a:buAutoNum type="arabicPeriod" startAt="4"/>
            </a:pPr>
            <a:r>
              <a:rPr lang="en-US" altLang="zh-TW" sz="1200" dirty="0" smtClean="0">
                <a:solidFill>
                  <a:sysClr val="windowText" lastClr="000000"/>
                </a:solidFill>
              </a:rPr>
              <a:t>Taking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photos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by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professional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photographer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for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keeping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reference.</a:t>
            </a:r>
          </a:p>
          <a:p>
            <a:pPr marL="228600" indent="-228600"/>
            <a:r>
              <a:rPr lang="en-US" altLang="zh-TW" sz="1200" dirty="0">
                <a:solidFill>
                  <a:sysClr val="windowText" lastClr="000000"/>
                </a:solidFill>
              </a:rPr>
              <a:t>	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專 業 攝 影 師 現 場 拍 照 以 作 存 檔</a:t>
            </a:r>
            <a:r>
              <a:rPr lang="zh-TW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.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endParaRPr lang="en-US" altLang="zh-TW" sz="1200" dirty="0" smtClean="0">
              <a:solidFill>
                <a:sysClr val="windowText" lastClr="000000"/>
              </a:solidFill>
            </a:endParaRPr>
          </a:p>
          <a:p>
            <a:pPr marL="228600" indent="-228600">
              <a:buAutoNum type="arabicPeriod" startAt="5"/>
            </a:pPr>
            <a:r>
              <a:rPr lang="en-US" altLang="zh-TW" sz="1200" dirty="0" smtClean="0">
                <a:solidFill>
                  <a:sysClr val="windowText" lastClr="000000"/>
                </a:solidFill>
              </a:rPr>
              <a:t>Provide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1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year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quality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warranty.</a:t>
            </a:r>
          </a:p>
          <a:p>
            <a:pPr marL="228600" indent="-228600"/>
            <a:r>
              <a:rPr lang="en-US" altLang="zh-TW" sz="1200" dirty="0">
                <a:solidFill>
                  <a:sysClr val="windowText" lastClr="000000"/>
                </a:solidFill>
              </a:rPr>
              <a:t>	</a:t>
            </a:r>
            <a:r>
              <a:rPr lang="zh-TW" altLang="en-US" sz="1200" dirty="0" smtClean="0">
                <a:solidFill>
                  <a:sysClr val="windowText" lastClr="000000"/>
                </a:solidFill>
              </a:rPr>
              <a:t>提 供 長 達 一 年 之 工 程 保 養 </a:t>
            </a:r>
            <a:r>
              <a:rPr lang="en-US" altLang="zh-TW" sz="1200" dirty="0" smtClean="0">
                <a:solidFill>
                  <a:sysClr val="windowText" lastClr="000000"/>
                </a:solidFill>
              </a:rPr>
              <a:t>.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  <p:pic>
        <p:nvPicPr>
          <p:cNvPr id="2097157" name="Picture 7" descr="C:\Users\USER\Desktop\TIM kwong\showroom\帝琴灣\20120625_15501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33119" y="5085184"/>
            <a:ext cx="1632181" cy="1224136"/>
          </a:xfrm>
          <a:prstGeom prst="rect">
            <a:avLst/>
          </a:prstGeom>
          <a:noFill/>
        </p:spPr>
      </p:pic>
      <p:pic>
        <p:nvPicPr>
          <p:cNvPr id="2097158" name="Picture 8" descr="C:\Users\USER\Desktop\TIM kwong\showroom\帝琴灣\帝琴灣\MasterBedroom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1312" y="5085184"/>
            <a:ext cx="1738988" cy="1224136"/>
          </a:xfrm>
          <a:prstGeom prst="rect">
            <a:avLst/>
          </a:prstGeom>
          <a:noFill/>
        </p:spPr>
      </p:pic>
      <p:pic>
        <p:nvPicPr>
          <p:cNvPr id="2097159" name="Picture 9" descr="C:\Users\USER\Desktop\AA112-Mode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16200000">
            <a:off x="5496311" y="1661554"/>
            <a:ext cx="1152126" cy="1518667"/>
          </a:xfrm>
          <a:prstGeom prst="rect">
            <a:avLst/>
          </a:prstGeom>
          <a:noFill/>
        </p:spPr>
      </p:pic>
      <p:pic>
        <p:nvPicPr>
          <p:cNvPr id="2097160" name="Picture 10" descr="C:\Users\USER\Desktop\AA12-Model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16200000">
            <a:off x="7005206" y="1178150"/>
            <a:ext cx="1584224" cy="2088233"/>
          </a:xfrm>
          <a:prstGeom prst="rect">
            <a:avLst/>
          </a:prstGeom>
          <a:noFill/>
        </p:spPr>
      </p:pic>
      <p:sp>
        <p:nvSpPr>
          <p:cNvPr id="18" name="矩形 9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矩形 2"/>
          <p:cNvSpPr/>
          <p:nvPr/>
        </p:nvSpPr>
        <p:spPr>
          <a:xfrm>
            <a:off x="4088904" y="6309320"/>
            <a:ext cx="5644852" cy="396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TW" dirty="0" smtClean="0">
                <a:solidFill>
                  <a:schemeClr val="bg1"/>
                </a:solidFill>
                <a:latin typeface="Vineta BT" pitchFamily="82" charset="0"/>
              </a:rPr>
              <a:t> </a:t>
            </a:r>
            <a:endParaRPr lang="zh-TW" altLang="en-US" dirty="0">
              <a:solidFill>
                <a:schemeClr val="bg1"/>
              </a:solidFill>
              <a:latin typeface="Vineta BT" pitchFamily="82" charset="0"/>
            </a:endParaRPr>
          </a:p>
        </p:txBody>
      </p:sp>
      <p:cxnSp>
        <p:nvCxnSpPr>
          <p:cNvPr id="3145731" name="肘形接點 4"/>
          <p:cNvCxnSpPr>
            <a:cxnSpLocks/>
          </p:cNvCxnSpPr>
          <p:nvPr/>
        </p:nvCxnSpPr>
        <p:spPr>
          <a:xfrm flipV="1">
            <a:off x="416496" y="6165304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9" name="文字方塊 8"/>
          <p:cNvSpPr txBox="1"/>
          <p:nvPr/>
        </p:nvSpPr>
        <p:spPr>
          <a:xfrm>
            <a:off x="344488" y="6237312"/>
            <a:ext cx="3888432" cy="1005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昇御門</a:t>
            </a:r>
            <a:r>
              <a:rPr lang="en-US" altLang="zh-TW" dirty="0" smtClean="0">
                <a:solidFill>
                  <a:schemeClr val="bg1"/>
                </a:solidFill>
              </a:rPr>
              <a:t>A</a:t>
            </a:r>
            <a:r>
              <a:rPr lang="zh-TW" altLang="en-US" dirty="0" smtClean="0">
                <a:solidFill>
                  <a:schemeClr val="bg1"/>
                </a:solidFill>
              </a:rPr>
              <a:t>室  </a:t>
            </a:r>
            <a:r>
              <a:rPr lang="en-US" altLang="zh-TW" dirty="0" smtClean="0">
                <a:solidFill>
                  <a:schemeClr val="bg1"/>
                </a:solidFill>
              </a:rPr>
              <a:t>&lt;SIZE:1600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 </a:t>
            </a:r>
            <a:r>
              <a:rPr lang="en-US" altLang="zh-TW" dirty="0" smtClean="0"/>
              <a:t>CHATHAM GATE </a:t>
            </a:r>
            <a:r>
              <a:rPr lang="zh-TW" altLang="en-US" dirty="0" smtClean="0"/>
              <a:t>昇御門</a:t>
            </a:r>
          </a:p>
          <a:p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161" name="Picture 2" descr="C:\Users\USER\Desktop\TIM kwong\showroom\昇御門\LivingAreaA.jp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592960" y="836712"/>
            <a:ext cx="3600400" cy="2752219"/>
          </a:xfrm>
          <a:prstGeom prst="rect">
            <a:avLst/>
          </a:prstGeom>
          <a:noFill/>
        </p:spPr>
      </p:pic>
      <p:pic>
        <p:nvPicPr>
          <p:cNvPr id="2097162" name="Picture 3" descr="C:\Users\USER\Desktop\TIM kwong\showroom\昇御門\LivingAreaB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136577" y="3501009"/>
            <a:ext cx="3456384" cy="2592288"/>
          </a:xfrm>
          <a:prstGeom prst="rect">
            <a:avLst/>
          </a:prstGeom>
          <a:noFill/>
        </p:spPr>
      </p:pic>
      <p:pic>
        <p:nvPicPr>
          <p:cNvPr id="2097163" name="Picture 4" descr="C:\Users\USER\Desktop\TIM kwong\showroom\昇御門\LivingAreaC.jp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1136576" y="836712"/>
            <a:ext cx="3473173" cy="2662879"/>
          </a:xfrm>
          <a:prstGeom prst="rect">
            <a:avLst/>
          </a:prstGeom>
          <a:noFill/>
        </p:spPr>
      </p:pic>
      <p:pic>
        <p:nvPicPr>
          <p:cNvPr id="2097164" name="Picture 5" descr="C:\Users\USER\Desktop\TIM kwong\showroom\昇御門\MasterBedroom.jpg"/>
          <p:cNvPicPr>
            <a:picLocks noChangeAspect="1" noChangeArrowheads="1"/>
          </p:cNvPicPr>
          <p:nvPr/>
        </p:nvPicPr>
        <p:blipFill>
          <a:blip r:embed="rId5" cstate="print"/>
          <a:stretch>
            <a:fillRect/>
          </a:stretch>
        </p:blipFill>
        <p:spPr bwMode="auto">
          <a:xfrm>
            <a:off x="4592960" y="3501008"/>
            <a:ext cx="3600400" cy="2592288"/>
          </a:xfrm>
          <a:prstGeom prst="rect">
            <a:avLst/>
          </a:prstGeom>
          <a:noFill/>
        </p:spPr>
      </p:pic>
      <p:sp>
        <p:nvSpPr>
          <p:cNvPr id="1048610" name="矩形 9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2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1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貝沙灣</a:t>
            </a:r>
            <a:r>
              <a:rPr lang="en-US" altLang="zh-TW" dirty="0" smtClean="0">
                <a:solidFill>
                  <a:schemeClr val="bg1"/>
                </a:solidFill>
              </a:rPr>
              <a:t>A</a:t>
            </a:r>
            <a:r>
              <a:rPr lang="zh-TW" altLang="en-US" dirty="0" smtClean="0">
                <a:solidFill>
                  <a:schemeClr val="bg1"/>
                </a:solidFill>
              </a:rPr>
              <a:t>室  </a:t>
            </a:r>
            <a:r>
              <a:rPr lang="en-US" altLang="zh-TW" dirty="0" smtClean="0">
                <a:solidFill>
                  <a:schemeClr val="bg1"/>
                </a:solidFill>
              </a:rPr>
              <a:t>&lt;SIZE:1600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165" name="Picture 2" descr="C:\Users\USER\Desktop\TIM kwong\showroom\3dmix\貝沙灣\LivingArea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6496" y="1556792"/>
            <a:ext cx="4910087" cy="3456384"/>
          </a:xfrm>
          <a:prstGeom prst="rect">
            <a:avLst/>
          </a:prstGeom>
          <a:noFill/>
        </p:spPr>
      </p:pic>
      <p:pic>
        <p:nvPicPr>
          <p:cNvPr id="2097166" name="Picture 3" descr="C:\Users\USER\Desktop\TIM kwong\showroom\3dmix\貝沙灣\MasterBedroom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13040" y="980728"/>
            <a:ext cx="3960440" cy="2787895"/>
          </a:xfrm>
          <a:prstGeom prst="rect">
            <a:avLst/>
          </a:prstGeom>
          <a:noFill/>
        </p:spPr>
      </p:pic>
      <p:pic>
        <p:nvPicPr>
          <p:cNvPr id="2097167" name="Picture 4" descr="C:\Users\USER\Desktop\TIM kwong\showroom\3dmix\貝沙灣\LivingArea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13040" y="3717032"/>
            <a:ext cx="3960440" cy="2331693"/>
          </a:xfrm>
          <a:prstGeom prst="rect">
            <a:avLst/>
          </a:prstGeom>
          <a:noFill/>
        </p:spPr>
      </p:pic>
      <p:sp>
        <p:nvSpPr>
          <p:cNvPr id="8" name="矩形 9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3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3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貝沙灣</a:t>
            </a:r>
            <a:r>
              <a:rPr lang="en-US" altLang="zh-TW" dirty="0" smtClean="0">
                <a:solidFill>
                  <a:schemeClr val="bg1"/>
                </a:solidFill>
              </a:rPr>
              <a:t>A</a:t>
            </a:r>
            <a:r>
              <a:rPr lang="zh-TW" altLang="en-US" dirty="0" smtClean="0">
                <a:solidFill>
                  <a:schemeClr val="bg1"/>
                </a:solidFill>
              </a:rPr>
              <a:t>室  </a:t>
            </a:r>
            <a:r>
              <a:rPr lang="en-US" altLang="zh-TW" dirty="0" smtClean="0">
                <a:solidFill>
                  <a:schemeClr val="bg1"/>
                </a:solidFill>
              </a:rPr>
              <a:t>&lt;SIZE:1700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168" name="Picture 2" descr="C:\Users\USER\Desktop\TIM kwong\showroom\貝沙灣2\IMG_0029-A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472" y="908720"/>
            <a:ext cx="3240360" cy="2160240"/>
          </a:xfrm>
          <a:prstGeom prst="rect">
            <a:avLst/>
          </a:prstGeom>
          <a:noFill/>
        </p:spPr>
      </p:pic>
      <p:pic>
        <p:nvPicPr>
          <p:cNvPr id="2097169" name="Picture 3" descr="C:\Users\USER\Desktop\TIM kwong\showroom\貝沙灣2\IMG_0054-A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68824" y="908720"/>
            <a:ext cx="3240360" cy="2160239"/>
          </a:xfrm>
          <a:prstGeom prst="rect">
            <a:avLst/>
          </a:prstGeom>
          <a:noFill/>
        </p:spPr>
      </p:pic>
      <p:pic>
        <p:nvPicPr>
          <p:cNvPr id="2097170" name="Picture 4" descr="C:\Users\USER\Desktop\TIM kwong\showroom\貝沙灣2\IMG_1007A[1]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37176" y="908720"/>
            <a:ext cx="3129961" cy="2160240"/>
          </a:xfrm>
          <a:prstGeom prst="rect">
            <a:avLst/>
          </a:prstGeom>
          <a:noFill/>
        </p:spPr>
      </p:pic>
      <p:pic>
        <p:nvPicPr>
          <p:cNvPr id="2097171" name="Picture 5" descr="C:\Users\USER\Desktop\TIM kwong\showroom\貝沙灣2\IMG_1020A[1]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0473" y="3501008"/>
            <a:ext cx="3168352" cy="2232249"/>
          </a:xfrm>
          <a:prstGeom prst="rect">
            <a:avLst/>
          </a:prstGeom>
          <a:noFill/>
        </p:spPr>
      </p:pic>
      <p:pic>
        <p:nvPicPr>
          <p:cNvPr id="2097172" name="Picture 6" descr="C:\Users\USER\Desktop\TIM kwong\showroom\貝沙灣2\IMG_1022A[1]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68824" y="3501008"/>
            <a:ext cx="3168352" cy="2232247"/>
          </a:xfrm>
          <a:prstGeom prst="rect">
            <a:avLst/>
          </a:prstGeom>
          <a:noFill/>
        </p:spPr>
      </p:pic>
      <p:pic>
        <p:nvPicPr>
          <p:cNvPr id="2097173" name="Picture 7" descr="C:\Users\USER\Desktop\TIM kwong\showroom\貝沙灣2\IMG_1027A[1]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37176" y="3501008"/>
            <a:ext cx="3096344" cy="2232248"/>
          </a:xfrm>
          <a:prstGeom prst="rect">
            <a:avLst/>
          </a:prstGeom>
          <a:noFill/>
        </p:spPr>
      </p:pic>
      <p:sp>
        <p:nvSpPr>
          <p:cNvPr id="11" name="矩形 9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矩形 2"/>
          <p:cNvSpPr/>
          <p:nvPr/>
        </p:nvSpPr>
        <p:spPr>
          <a:xfrm>
            <a:off x="4088904" y="6237312"/>
            <a:ext cx="5644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TW" dirty="0" smtClean="0">
                <a:solidFill>
                  <a:schemeClr val="bg1"/>
                </a:solidFill>
                <a:latin typeface="Vineta BT" pitchFamily="82" charset="0"/>
              </a:rPr>
              <a:t> </a:t>
            </a:r>
            <a:endParaRPr lang="zh-TW" altLang="en-US" dirty="0">
              <a:solidFill>
                <a:schemeClr val="bg1"/>
              </a:solidFill>
              <a:latin typeface="Vineta BT" pitchFamily="82" charset="0"/>
            </a:endParaRPr>
          </a:p>
        </p:txBody>
      </p:sp>
      <p:cxnSp>
        <p:nvCxnSpPr>
          <p:cNvPr id="3145734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6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貝沙灣</a:t>
            </a:r>
            <a:r>
              <a:rPr lang="en-US" altLang="zh-TW" dirty="0" smtClean="0">
                <a:solidFill>
                  <a:schemeClr val="bg1"/>
                </a:solidFill>
              </a:rPr>
              <a:t>A</a:t>
            </a:r>
            <a:r>
              <a:rPr lang="zh-TW" altLang="en-US" dirty="0" smtClean="0">
                <a:solidFill>
                  <a:schemeClr val="bg1"/>
                </a:solidFill>
              </a:rPr>
              <a:t>室  </a:t>
            </a:r>
            <a:r>
              <a:rPr lang="en-US" altLang="zh-TW" dirty="0" smtClean="0">
                <a:solidFill>
                  <a:schemeClr val="bg1"/>
                </a:solidFill>
              </a:rPr>
              <a:t>&lt;SIZE:1600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174" name="Picture 3" descr="C:\Users\USER\Desktop\TIM kwong\showroom\貝沙灣T6 7f  a\3D\貝沙灣3d\Bedroo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36976" y="836712"/>
            <a:ext cx="3888432" cy="2664296"/>
          </a:xfrm>
          <a:prstGeom prst="rect">
            <a:avLst/>
          </a:prstGeom>
          <a:noFill/>
        </p:spPr>
      </p:pic>
      <p:pic>
        <p:nvPicPr>
          <p:cNvPr id="2097175" name="Picture 5" descr="C:\Users\USER\Desktop\TIM kwong\showroom\貝沙灣T6 7f  a\3D\貝沙灣3d\StudyRoom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20952" y="3501008"/>
            <a:ext cx="4104456" cy="2520280"/>
          </a:xfrm>
          <a:prstGeom prst="rect">
            <a:avLst/>
          </a:prstGeom>
          <a:noFill/>
        </p:spPr>
      </p:pic>
      <p:pic>
        <p:nvPicPr>
          <p:cNvPr id="2097176" name="Picture 2" descr="C:\Users\USER\Desktop\TIM kwong\showroom\貝沙灣T6 7f  a\3D\3d _2010_01_03\LivingAre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0552" y="836712"/>
            <a:ext cx="3888432" cy="2664296"/>
          </a:xfrm>
          <a:prstGeom prst="rect">
            <a:avLst/>
          </a:prstGeom>
          <a:noFill/>
        </p:spPr>
      </p:pic>
      <p:pic>
        <p:nvPicPr>
          <p:cNvPr id="2097177" name="Picture 4" descr="C:\Users\USER\Desktop\TIM kwong\showroom\貝沙灣T6 7f  a\3D\貝沙灣3d\MasterBedroom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20552" y="3501008"/>
            <a:ext cx="3888432" cy="2520280"/>
          </a:xfrm>
          <a:prstGeom prst="rect">
            <a:avLst/>
          </a:prstGeom>
          <a:noFill/>
        </p:spPr>
      </p:pic>
      <p:sp>
        <p:nvSpPr>
          <p:cNvPr id="1048617" name="矩形 9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5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8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畢架山峰 </a:t>
            </a:r>
            <a:r>
              <a:rPr lang="en-US" altLang="zh-TW" dirty="0" smtClean="0">
                <a:solidFill>
                  <a:schemeClr val="bg1"/>
                </a:solidFill>
              </a:rPr>
              <a:t>B</a:t>
            </a:r>
            <a:r>
              <a:rPr lang="zh-TW" altLang="en-US" dirty="0" smtClean="0">
                <a:solidFill>
                  <a:schemeClr val="bg1"/>
                </a:solidFill>
              </a:rPr>
              <a:t>室  </a:t>
            </a:r>
            <a:r>
              <a:rPr lang="en-US" altLang="zh-TW" dirty="0" smtClean="0">
                <a:solidFill>
                  <a:schemeClr val="bg1"/>
                </a:solidFill>
              </a:rPr>
              <a:t>&lt;SIZE:1600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178" name="Picture 2" descr="C:\Users\USER\Desktop\TIM kwong\showroom\畢架山峰\畢架山峰\AA12-Mode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2480" y="404664"/>
            <a:ext cx="2227282" cy="1656184"/>
          </a:xfrm>
          <a:prstGeom prst="rect">
            <a:avLst/>
          </a:prstGeom>
          <a:noFill/>
        </p:spPr>
      </p:pic>
      <p:pic>
        <p:nvPicPr>
          <p:cNvPr id="2097179" name="Picture 3" descr="C:\Users\USER\Desktop\TIM kwong\showroom\畢架山峰\畢架山峰\LivingArea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7136" y="980728"/>
            <a:ext cx="3240360" cy="2382383"/>
          </a:xfrm>
          <a:prstGeom prst="rect">
            <a:avLst/>
          </a:prstGeom>
          <a:noFill/>
        </p:spPr>
      </p:pic>
      <p:pic>
        <p:nvPicPr>
          <p:cNvPr id="2097180" name="Picture 4" descr="C:\Users\USER\Desktop\TIM kwong\showroom\畢架山峰\畢架山峰\DiningArea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7136" y="3429000"/>
            <a:ext cx="3240360" cy="2520280"/>
          </a:xfrm>
          <a:prstGeom prst="rect">
            <a:avLst/>
          </a:prstGeom>
          <a:noFill/>
        </p:spPr>
      </p:pic>
      <p:pic>
        <p:nvPicPr>
          <p:cNvPr id="2097181" name="Picture 5" descr="C:\Users\USER\Desktop\TIM kwong\showroom\畢架山峰\畢架山峰\Bedroom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2520" y="2204864"/>
            <a:ext cx="2664296" cy="1824804"/>
          </a:xfrm>
          <a:prstGeom prst="rect">
            <a:avLst/>
          </a:prstGeom>
          <a:noFill/>
        </p:spPr>
      </p:pic>
      <p:pic>
        <p:nvPicPr>
          <p:cNvPr id="2097182" name="Picture 6" descr="C:\Users\USER\Desktop\TIM kwong\showroom\畢架山峰\畢架山峰\BedroomB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2520" y="4077072"/>
            <a:ext cx="2664296" cy="1872208"/>
          </a:xfrm>
          <a:prstGeom prst="rect">
            <a:avLst/>
          </a:prstGeom>
          <a:noFill/>
        </p:spPr>
      </p:pic>
      <p:pic>
        <p:nvPicPr>
          <p:cNvPr id="2097183" name="Picture 7" descr="C:\Users\USER\Desktop\TIM kwong\showroom\畢架山峰\畢架山峰\MasterBathroom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338540" y="3933056"/>
            <a:ext cx="2766588" cy="2016224"/>
          </a:xfrm>
          <a:prstGeom prst="rect">
            <a:avLst/>
          </a:prstGeom>
          <a:noFill/>
        </p:spPr>
      </p:pic>
      <p:pic>
        <p:nvPicPr>
          <p:cNvPr id="2097184" name="Picture 8" descr="C:\Users\USER\Desktop\TIM kwong\showroom\畢架山峰\畢架山峰\MasterBedroom4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368824" y="1844824"/>
            <a:ext cx="2792208" cy="2016224"/>
          </a:xfrm>
          <a:prstGeom prst="rect">
            <a:avLst/>
          </a:prstGeom>
          <a:noFill/>
        </p:spPr>
      </p:pic>
      <p:sp>
        <p:nvSpPr>
          <p:cNvPr id="1048619" name="矩形 11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6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20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畢架山峰</a:t>
            </a:r>
            <a:r>
              <a:rPr lang="en-US" altLang="zh-TW" dirty="0" smtClean="0">
                <a:solidFill>
                  <a:schemeClr val="bg1"/>
                </a:solidFill>
              </a:rPr>
              <a:t>B</a:t>
            </a:r>
            <a:r>
              <a:rPr lang="zh-TW" altLang="en-US" dirty="0" smtClean="0">
                <a:solidFill>
                  <a:schemeClr val="bg1"/>
                </a:solidFill>
              </a:rPr>
              <a:t>室</a:t>
            </a:r>
            <a:r>
              <a:rPr lang="en-US" altLang="zh-TW" dirty="0" smtClean="0">
                <a:solidFill>
                  <a:schemeClr val="bg1"/>
                </a:solidFill>
              </a:rPr>
              <a:t>&lt;SIZE:1600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185" name="Picture 2" descr="C:\Users\USER\Desktop\TIM kwong\showroom\畢架山峰\畢架山峰\LivingAreaB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05128" y="980728"/>
            <a:ext cx="3312368" cy="2592288"/>
          </a:xfrm>
          <a:prstGeom prst="rect">
            <a:avLst/>
          </a:prstGeom>
          <a:noFill/>
        </p:spPr>
      </p:pic>
      <p:pic>
        <p:nvPicPr>
          <p:cNvPr id="2097186" name="Picture 3" descr="C:\Users\USER\Desktop\TIM kwong\showroom\畢架山峰\畢架山峰\MasterBedroom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4488" y="980728"/>
            <a:ext cx="3384376" cy="2520280"/>
          </a:xfrm>
          <a:prstGeom prst="rect">
            <a:avLst/>
          </a:prstGeom>
          <a:noFill/>
        </p:spPr>
      </p:pic>
      <p:pic>
        <p:nvPicPr>
          <p:cNvPr id="2097187" name="Picture 4" descr="C:\Users\USER\Desktop\TIM kwong\showroom\畢架山峰\畢架山峰\Studyroo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05128" y="3501008"/>
            <a:ext cx="3312368" cy="2447650"/>
          </a:xfrm>
          <a:prstGeom prst="rect">
            <a:avLst/>
          </a:prstGeom>
          <a:noFill/>
        </p:spPr>
      </p:pic>
      <p:pic>
        <p:nvPicPr>
          <p:cNvPr id="2097188" name="Picture 5" descr="C:\Users\USER\Desktop\TIM kwong\showroom\畢架山峰\畢架山峰\ChildBedroom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4488" y="3501008"/>
            <a:ext cx="3384376" cy="2462442"/>
          </a:xfrm>
          <a:prstGeom prst="rect">
            <a:avLst/>
          </a:prstGeom>
          <a:noFill/>
        </p:spPr>
      </p:pic>
      <p:pic>
        <p:nvPicPr>
          <p:cNvPr id="2097189" name="Picture 6" descr="C:\Users\USER\Desktop\TIM kwong\showroom\畢架山峰\pic\20120424_194641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28864" y="980728"/>
            <a:ext cx="2376264" cy="2623149"/>
          </a:xfrm>
          <a:prstGeom prst="rect">
            <a:avLst/>
          </a:prstGeom>
          <a:noFill/>
        </p:spPr>
      </p:pic>
      <p:pic>
        <p:nvPicPr>
          <p:cNvPr id="2097190" name="Picture 7" descr="C:\Users\USER\Desktop\TIM kwong\showroom\畢架山峰\pic\20120119_123442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5400000">
            <a:off x="3692860" y="3537012"/>
            <a:ext cx="2448272" cy="2376264"/>
          </a:xfrm>
          <a:prstGeom prst="rect">
            <a:avLst/>
          </a:prstGeom>
          <a:noFill/>
        </p:spPr>
      </p:pic>
      <p:sp>
        <p:nvSpPr>
          <p:cNvPr id="1048621" name="矩形 10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矩形 2"/>
          <p:cNvSpPr/>
          <p:nvPr/>
        </p:nvSpPr>
        <p:spPr>
          <a:xfrm>
            <a:off x="4088904" y="6237312"/>
            <a:ext cx="5644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TW" dirty="0" smtClean="0">
                <a:solidFill>
                  <a:schemeClr val="bg1"/>
                </a:solidFill>
                <a:latin typeface="Vineta BT" pitchFamily="82" charset="0"/>
              </a:rPr>
              <a:t> </a:t>
            </a:r>
            <a:endParaRPr lang="zh-TW" altLang="en-US" dirty="0">
              <a:solidFill>
                <a:schemeClr val="bg1"/>
              </a:solidFill>
              <a:latin typeface="Vineta BT" pitchFamily="82" charset="0"/>
            </a:endParaRPr>
          </a:p>
        </p:txBody>
      </p:sp>
      <p:cxnSp>
        <p:nvCxnSpPr>
          <p:cNvPr id="3145737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23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寶馬山花園  </a:t>
            </a:r>
            <a:r>
              <a:rPr lang="en-US" altLang="zh-TW" dirty="0" smtClean="0">
                <a:solidFill>
                  <a:schemeClr val="bg1"/>
                </a:solidFill>
              </a:rPr>
              <a:t>&lt;SIZE:1200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191" name="Picture 2" descr="C:\Users\USER\Desktop\TIM kwong\showroom\寶馬山花园\寶馬山花園\寶馬山花園-Mode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2480" y="908720"/>
            <a:ext cx="2736304" cy="2676290"/>
          </a:xfrm>
          <a:prstGeom prst="rect">
            <a:avLst/>
          </a:prstGeom>
          <a:noFill/>
        </p:spPr>
      </p:pic>
      <p:pic>
        <p:nvPicPr>
          <p:cNvPr id="2097192" name="Picture 3" descr="C:\Users\USER\Desktop\TIM kwong\showroom\寶馬山花园\寶馬山花園\LivingArea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7096" y="1052736"/>
            <a:ext cx="3744416" cy="2376264"/>
          </a:xfrm>
          <a:prstGeom prst="rect">
            <a:avLst/>
          </a:prstGeom>
          <a:noFill/>
        </p:spPr>
      </p:pic>
      <p:pic>
        <p:nvPicPr>
          <p:cNvPr id="2097193" name="Picture 4" descr="C:\Users\USER\Desktop\TIM kwong\showroom\寶馬山花园\寶馬山花園\StudyRoo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0471" y="3789040"/>
            <a:ext cx="3068803" cy="2160240"/>
          </a:xfrm>
          <a:prstGeom prst="rect">
            <a:avLst/>
          </a:prstGeom>
          <a:noFill/>
        </p:spPr>
      </p:pic>
      <p:pic>
        <p:nvPicPr>
          <p:cNvPr id="2097194" name="Picture 5" descr="C:\Users\USER\Desktop\TIM kwong\showroom\寶馬山花园\寶馬山花園\Kitchen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0792" y="1052736"/>
            <a:ext cx="2808312" cy="2801783"/>
          </a:xfrm>
          <a:prstGeom prst="rect">
            <a:avLst/>
          </a:prstGeom>
          <a:noFill/>
        </p:spPr>
      </p:pic>
      <p:pic>
        <p:nvPicPr>
          <p:cNvPr id="2097195" name="Picture 6" descr="C:\Users\USER\Desktop\TIM kwong\showroom\寶馬山花园\寶馬山花園\DiningArea2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17096" y="3429000"/>
            <a:ext cx="3744416" cy="2520280"/>
          </a:xfrm>
          <a:prstGeom prst="rect">
            <a:avLst/>
          </a:prstGeom>
          <a:noFill/>
        </p:spPr>
      </p:pic>
      <p:pic>
        <p:nvPicPr>
          <p:cNvPr id="2097196" name="Picture 7" descr="C:\Users\USER\Desktop\TIM kwong\showroom\寶馬山花园\寶馬山花園\MasterBedroomA2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0792" y="3789040"/>
            <a:ext cx="2808312" cy="2160240"/>
          </a:xfrm>
          <a:prstGeom prst="rect">
            <a:avLst/>
          </a:prstGeom>
          <a:noFill/>
        </p:spPr>
      </p:pic>
      <p:sp>
        <p:nvSpPr>
          <p:cNvPr id="1048624" name="矩形 11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矩形 2"/>
          <p:cNvSpPr/>
          <p:nvPr/>
        </p:nvSpPr>
        <p:spPr>
          <a:xfrm>
            <a:off x="4088904" y="6237312"/>
            <a:ext cx="5644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TW" dirty="0" smtClean="0">
                <a:solidFill>
                  <a:schemeClr val="bg1"/>
                </a:solidFill>
                <a:latin typeface="Vineta BT" pitchFamily="82" charset="0"/>
              </a:rPr>
              <a:t> </a:t>
            </a:r>
            <a:endParaRPr lang="zh-TW" altLang="en-US" dirty="0">
              <a:solidFill>
                <a:schemeClr val="bg1"/>
              </a:solidFill>
              <a:latin typeface="Vineta BT" pitchFamily="82" charset="0"/>
            </a:endParaRPr>
          </a:p>
        </p:txBody>
      </p:sp>
      <p:cxnSp>
        <p:nvCxnSpPr>
          <p:cNvPr id="3145738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26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星堤  </a:t>
            </a:r>
            <a:r>
              <a:rPr lang="en-US" altLang="zh-TW" dirty="0" smtClean="0">
                <a:solidFill>
                  <a:schemeClr val="bg1"/>
                </a:solidFill>
              </a:rPr>
              <a:t>&lt;SIZE:3700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197" name="Picture 2" descr="C:\Users\USER\Desktop\TIM kwong\showroom\星堤\20120315_12354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4848" y="1124744"/>
            <a:ext cx="2376264" cy="1638182"/>
          </a:xfrm>
          <a:prstGeom prst="rect">
            <a:avLst/>
          </a:prstGeom>
          <a:noFill/>
        </p:spPr>
      </p:pic>
      <p:pic>
        <p:nvPicPr>
          <p:cNvPr id="2097198" name="Picture 3" descr="C:\Users\USER\Desktop\TIM kwong\showroom\星堤\Attachments_2012_05_20\1F LivingAreaB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89104" y="1124744"/>
            <a:ext cx="3528392" cy="2448272"/>
          </a:xfrm>
          <a:prstGeom prst="rect">
            <a:avLst/>
          </a:prstGeom>
          <a:noFill/>
        </p:spPr>
      </p:pic>
      <p:pic>
        <p:nvPicPr>
          <p:cNvPr id="2097199" name="Picture 4" descr="C:\Users\USER\Desktop\TIM kwong\showroom\星堤\Attachments_2012_05_20\GF LivingAreaB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89104" y="3573016"/>
            <a:ext cx="3528392" cy="2433072"/>
          </a:xfrm>
          <a:prstGeom prst="rect">
            <a:avLst/>
          </a:prstGeom>
          <a:noFill/>
        </p:spPr>
      </p:pic>
      <p:pic>
        <p:nvPicPr>
          <p:cNvPr id="2097200" name="Picture 5" descr="C:\Users\USER\Desktop\TIM kwong\showroom\星堤\20120315_123533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84848" y="4365104"/>
            <a:ext cx="2304256" cy="1657984"/>
          </a:xfrm>
          <a:prstGeom prst="rect">
            <a:avLst/>
          </a:prstGeom>
          <a:noFill/>
        </p:spPr>
      </p:pic>
      <p:pic>
        <p:nvPicPr>
          <p:cNvPr id="2097201" name="Picture 6" descr="C:\Users\USER\Desktop\TIM kwong\showroom\星堤\Attachments_2012_05_20\GF LivingAreaA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6495" y="3573016"/>
            <a:ext cx="3171097" cy="2448272"/>
          </a:xfrm>
          <a:prstGeom prst="rect">
            <a:avLst/>
          </a:prstGeom>
          <a:noFill/>
        </p:spPr>
      </p:pic>
      <p:pic>
        <p:nvPicPr>
          <p:cNvPr id="2097202" name="Picture 7" descr="C:\Users\USER\Desktop\TIM kwong\showroom\星堤\Attachments_2012_05_20\1F LivingAreaA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6496" y="1124744"/>
            <a:ext cx="3171097" cy="2448272"/>
          </a:xfrm>
          <a:prstGeom prst="rect">
            <a:avLst/>
          </a:prstGeom>
          <a:noFill/>
        </p:spPr>
      </p:pic>
      <p:pic>
        <p:nvPicPr>
          <p:cNvPr id="2097203" name="Picture 8" descr="C:\Users\USER\Desktop\TIM kwong\showroom\星堤\Attachments_2012_05_20\MasterBedroom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584848" y="2708920"/>
            <a:ext cx="2304256" cy="1656184"/>
          </a:xfrm>
          <a:prstGeom prst="rect">
            <a:avLst/>
          </a:prstGeom>
          <a:noFill/>
        </p:spPr>
      </p:pic>
      <p:sp>
        <p:nvSpPr>
          <p:cNvPr id="1048627" name="矩形 12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9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28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嘉文花園  </a:t>
            </a:r>
            <a:r>
              <a:rPr lang="en-US" altLang="zh-TW" dirty="0" smtClean="0">
                <a:solidFill>
                  <a:schemeClr val="bg1"/>
                </a:solidFill>
              </a:rPr>
              <a:t>&lt;SIZE:1000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204" name="Picture 2" descr="C:\Users\USER\Desktop\TIM kwong\showroom\嘉文花園\1489267_650033525047538_2134730271_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1152" y="3501008"/>
            <a:ext cx="3163958" cy="2376264"/>
          </a:xfrm>
          <a:prstGeom prst="rect">
            <a:avLst/>
          </a:prstGeom>
          <a:noFill/>
        </p:spPr>
      </p:pic>
      <p:pic>
        <p:nvPicPr>
          <p:cNvPr id="2097205" name="Picture 3" descr="C:\Users\USER\Desktop\TIM kwong\showroom\嘉文花園\1545776_650033501714207_1862352513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2479" y="1052736"/>
            <a:ext cx="3163959" cy="2376264"/>
          </a:xfrm>
          <a:prstGeom prst="rect">
            <a:avLst/>
          </a:prstGeom>
          <a:noFill/>
        </p:spPr>
      </p:pic>
      <p:pic>
        <p:nvPicPr>
          <p:cNvPr id="2097206" name="Picture 4" descr="C:\Users\USER\Desktop\TIM kwong\showroom\嘉文花園\1545226_650033531714204_1314438202_n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2480" y="3501008"/>
            <a:ext cx="3168353" cy="2376263"/>
          </a:xfrm>
          <a:prstGeom prst="rect">
            <a:avLst/>
          </a:prstGeom>
          <a:noFill/>
        </p:spPr>
      </p:pic>
      <p:pic>
        <p:nvPicPr>
          <p:cNvPr id="2097207" name="Picture 5" descr="C:\Users\USER\Desktop\TIM kwong\showroom\嘉文花園\1549531_650033561714201_1154580620_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21152" y="1052736"/>
            <a:ext cx="3168352" cy="2379565"/>
          </a:xfrm>
          <a:prstGeom prst="rect">
            <a:avLst/>
          </a:prstGeom>
          <a:noFill/>
        </p:spPr>
      </p:pic>
      <p:pic>
        <p:nvPicPr>
          <p:cNvPr id="2097208" name="Picture 6" descr="C:\Users\USER\Desktop\TIM kwong\showroom\嘉文花園\1510964_650033481714209_218903344_n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12840" y="1052736"/>
            <a:ext cx="2736304" cy="2376264"/>
          </a:xfrm>
          <a:prstGeom prst="rect">
            <a:avLst/>
          </a:prstGeom>
          <a:noFill/>
        </p:spPr>
      </p:pic>
      <p:pic>
        <p:nvPicPr>
          <p:cNvPr id="2097209" name="Picture 7" descr="C:\Users\USER\Desktop\TIM kwong\showroom\嘉文花園\1493196_650033478380876_914024833_n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12840" y="3501008"/>
            <a:ext cx="2736303" cy="2376264"/>
          </a:xfrm>
          <a:prstGeom prst="rect">
            <a:avLst/>
          </a:prstGeom>
          <a:noFill/>
        </p:spPr>
      </p:pic>
      <p:sp>
        <p:nvSpPr>
          <p:cNvPr id="1048629" name="矩形 10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0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30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帝琴灣  </a:t>
            </a:r>
            <a:r>
              <a:rPr lang="en-US" altLang="zh-TW" dirty="0" smtClean="0">
                <a:solidFill>
                  <a:schemeClr val="bg1"/>
                </a:solidFill>
              </a:rPr>
              <a:t>&lt;SIZE:1300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210" name="Picture 2" descr="C:\Users\USER\Desktop\TIM kwong\showroom\帝琴灣\帝琴灣\LivingAre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908720"/>
            <a:ext cx="3312368" cy="2448272"/>
          </a:xfrm>
          <a:prstGeom prst="rect">
            <a:avLst/>
          </a:prstGeom>
          <a:noFill/>
        </p:spPr>
      </p:pic>
      <p:pic>
        <p:nvPicPr>
          <p:cNvPr id="2097211" name="Picture 3" descr="C:\Users\USER\Desktop\TIM kwong\showroom\帝琴灣\帝琴灣\DiningAre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4488" y="3429000"/>
            <a:ext cx="3312368" cy="2403702"/>
          </a:xfrm>
          <a:prstGeom prst="rect">
            <a:avLst/>
          </a:prstGeom>
          <a:noFill/>
        </p:spPr>
      </p:pic>
      <p:pic>
        <p:nvPicPr>
          <p:cNvPr id="2097212" name="Picture 4" descr="C:\Users\USER\Desktop\TIM kwong\showroom\帝琴灣\帝琴灣\MasterBedroo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9144" y="908720"/>
            <a:ext cx="3312368" cy="2619726"/>
          </a:xfrm>
          <a:prstGeom prst="rect">
            <a:avLst/>
          </a:prstGeom>
          <a:noFill/>
        </p:spPr>
      </p:pic>
      <p:pic>
        <p:nvPicPr>
          <p:cNvPr id="2097213" name="Picture 5" descr="C:\Users\USER\Desktop\TIM kwong\showroom\帝琴灣\帝琴灣\BedroomB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49144" y="3573016"/>
            <a:ext cx="3312368" cy="2304256"/>
          </a:xfrm>
          <a:prstGeom prst="rect">
            <a:avLst/>
          </a:prstGeom>
          <a:noFill/>
        </p:spPr>
      </p:pic>
      <p:pic>
        <p:nvPicPr>
          <p:cNvPr id="2097214" name="Picture 6" descr="C:\Users\USER\Desktop\TIM kwong\showroom\帝琴灣\帝琴灣\Kitchen2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28864" y="4221088"/>
            <a:ext cx="2448272" cy="1643757"/>
          </a:xfrm>
          <a:prstGeom prst="rect">
            <a:avLst/>
          </a:prstGeom>
          <a:noFill/>
        </p:spPr>
      </p:pic>
      <p:pic>
        <p:nvPicPr>
          <p:cNvPr id="2097215" name="Picture 7" descr="C:\Users\USER\Desktop\TIM kwong\showroom\帝琴灣\20120801_163519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28864" y="2276872"/>
            <a:ext cx="1242195" cy="1872208"/>
          </a:xfrm>
          <a:prstGeom prst="rect">
            <a:avLst/>
          </a:prstGeom>
          <a:noFill/>
        </p:spPr>
      </p:pic>
      <p:pic>
        <p:nvPicPr>
          <p:cNvPr id="2097216" name="Picture 8" descr="C:\Users\USER\Desktop\TIM kwong\showroom\帝琴灣\20120729_183020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953000" y="2276872"/>
            <a:ext cx="1224136" cy="1872208"/>
          </a:xfrm>
          <a:prstGeom prst="rect">
            <a:avLst/>
          </a:prstGeom>
          <a:noFill/>
        </p:spPr>
      </p:pic>
      <p:pic>
        <p:nvPicPr>
          <p:cNvPr id="2097217" name="Picture 9" descr="C:\Users\USER\Desktop\TIM kwong\showroom\帝琴灣\帝琴灣\BedroomA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728864" y="908720"/>
            <a:ext cx="2448272" cy="1317914"/>
          </a:xfrm>
          <a:prstGeom prst="rect">
            <a:avLst/>
          </a:prstGeom>
          <a:noFill/>
        </p:spPr>
      </p:pic>
      <p:sp>
        <p:nvSpPr>
          <p:cNvPr id="1048631" name="矩形 12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1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32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chemeClr val="bg1"/>
                </a:solidFill>
              </a:rPr>
              <a:t>IRad</a:t>
            </a:r>
            <a:r>
              <a:rPr lang="zh-TW" altLang="en-US" dirty="0" smtClean="0">
                <a:solidFill>
                  <a:schemeClr val="bg1"/>
                </a:solidFill>
              </a:rPr>
              <a:t>  </a:t>
            </a:r>
            <a:r>
              <a:rPr lang="en-US" altLang="zh-TW" dirty="0" smtClean="0">
                <a:solidFill>
                  <a:schemeClr val="bg1"/>
                </a:solidFill>
              </a:rPr>
              <a:t>&lt;SIZE:3500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218" name="Picture 3" descr="C:\Users\USER\Desktop\TIM kwong\showroom\3dmix\parkway\WaitingAre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8544" y="2996952"/>
            <a:ext cx="4320480" cy="3024336"/>
          </a:xfrm>
          <a:prstGeom prst="rect">
            <a:avLst/>
          </a:prstGeom>
          <a:noFill/>
        </p:spPr>
      </p:pic>
      <p:pic>
        <p:nvPicPr>
          <p:cNvPr id="2097219" name="Picture 2" descr="C:\Users\USER\Desktop\TIM kwong\showroom\3dmix\parkway\ReceptionA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8545" y="476672"/>
            <a:ext cx="4320479" cy="3033739"/>
          </a:xfrm>
          <a:prstGeom prst="rect">
            <a:avLst/>
          </a:prstGeom>
          <a:noFill/>
        </p:spPr>
      </p:pic>
      <p:pic>
        <p:nvPicPr>
          <p:cNvPr id="2097220" name="Picture 4" descr="C:\Users\USER\Desktop\TIM kwong\showroom\3dmix\parkway\ReceptionB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69024" y="2996952"/>
            <a:ext cx="4273985" cy="3024336"/>
          </a:xfrm>
          <a:prstGeom prst="rect">
            <a:avLst/>
          </a:prstGeom>
          <a:noFill/>
        </p:spPr>
      </p:pic>
      <p:sp>
        <p:nvSpPr>
          <p:cNvPr id="9" name="矩形 12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2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34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君匯港 </a:t>
            </a:r>
            <a:r>
              <a:rPr lang="en-US" altLang="zh-TW" dirty="0" smtClean="0">
                <a:solidFill>
                  <a:schemeClr val="bg1"/>
                </a:solidFill>
              </a:rPr>
              <a:t>&lt;SIZE:1400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221" name="Picture 2" descr="C:\Users\USER\Desktop\TIM kwong\showroom\3dmix\君匯港3d\Studyroo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4968" y="3356992"/>
            <a:ext cx="3888432" cy="2664296"/>
          </a:xfrm>
          <a:prstGeom prst="rect">
            <a:avLst/>
          </a:prstGeom>
          <a:noFill/>
        </p:spPr>
      </p:pic>
      <p:pic>
        <p:nvPicPr>
          <p:cNvPr id="2097222" name="Picture 3" descr="C:\Users\USER\Desktop\TIM kwong\showroom\3dmix\君匯港3d\DiningAre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536" y="3284984"/>
            <a:ext cx="3888432" cy="2737206"/>
          </a:xfrm>
          <a:prstGeom prst="rect">
            <a:avLst/>
          </a:prstGeom>
          <a:noFill/>
        </p:spPr>
      </p:pic>
      <p:pic>
        <p:nvPicPr>
          <p:cNvPr id="2097223" name="Picture 4" descr="C:\Users\USER\Desktop\TIM kwong\showroom\3dmix\君匯港3d\LivingArea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6536" y="764704"/>
            <a:ext cx="3888432" cy="2665198"/>
          </a:xfrm>
          <a:prstGeom prst="rect">
            <a:avLst/>
          </a:prstGeom>
          <a:noFill/>
        </p:spPr>
      </p:pic>
      <p:pic>
        <p:nvPicPr>
          <p:cNvPr id="2097224" name="Picture 5" descr="C:\Users\USER\Desktop\TIM kwong\showroom\3dmix\君匯港3d\MasterBedroom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64968" y="764704"/>
            <a:ext cx="3887151" cy="2664296"/>
          </a:xfrm>
          <a:prstGeom prst="rect">
            <a:avLst/>
          </a:prstGeom>
          <a:noFill/>
        </p:spPr>
      </p:pic>
      <p:sp>
        <p:nvSpPr>
          <p:cNvPr id="1048635" name="矩形 9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3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36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信裕大廈 </a:t>
            </a:r>
            <a:r>
              <a:rPr lang="en-US" altLang="zh-TW" dirty="0" smtClean="0">
                <a:solidFill>
                  <a:schemeClr val="bg1"/>
                </a:solidFill>
              </a:rPr>
              <a:t>&lt;SIZE:700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225" name="Picture 2" descr="C:\Users\USER\Desktop\TIM kwong\showroom\上環信裕大厦\ManagerRoo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520" y="1052736"/>
            <a:ext cx="3539829" cy="2491811"/>
          </a:xfrm>
          <a:prstGeom prst="rect">
            <a:avLst/>
          </a:prstGeom>
          <a:noFill/>
        </p:spPr>
      </p:pic>
      <p:pic>
        <p:nvPicPr>
          <p:cNvPr id="2097226" name="Picture 3" descr="C:\Users\USER\Desktop\TIM kwong\showroom\上環信裕大厦\ViewB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60912" y="1052736"/>
            <a:ext cx="2966510" cy="2448272"/>
          </a:xfrm>
          <a:prstGeom prst="rect">
            <a:avLst/>
          </a:prstGeom>
          <a:noFill/>
        </p:spPr>
      </p:pic>
      <p:pic>
        <p:nvPicPr>
          <p:cNvPr id="2097227" name="Picture 4" descr="C:\Users\USER\Desktop\TIM kwong\showroom\上環信裕大厦\ViewC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2521" y="3501008"/>
            <a:ext cx="3528391" cy="2483759"/>
          </a:xfrm>
          <a:prstGeom prst="rect">
            <a:avLst/>
          </a:prstGeom>
          <a:noFill/>
        </p:spPr>
      </p:pic>
      <p:pic>
        <p:nvPicPr>
          <p:cNvPr id="2097228" name="Picture 5" descr="C:\Users\USER\Desktop\TIM kwong\showroom\上環信裕大厦\Entrance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13240" y="1052736"/>
            <a:ext cx="2396480" cy="3404402"/>
          </a:xfrm>
          <a:prstGeom prst="rect">
            <a:avLst/>
          </a:prstGeom>
          <a:noFill/>
        </p:spPr>
      </p:pic>
      <p:pic>
        <p:nvPicPr>
          <p:cNvPr id="2097229" name="Picture 6" descr="C:\Users\USER\Desktop\TIM kwong\showroom\上環信裕大厦\ViewA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088904" y="3501008"/>
            <a:ext cx="3096344" cy="2525497"/>
          </a:xfrm>
          <a:prstGeom prst="rect">
            <a:avLst/>
          </a:prstGeom>
          <a:noFill/>
        </p:spPr>
      </p:pic>
      <p:sp>
        <p:nvSpPr>
          <p:cNvPr id="1048637" name="矩形 9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4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38" name="文字方塊 8"/>
          <p:cNvSpPr txBox="1"/>
          <p:nvPr/>
        </p:nvSpPr>
        <p:spPr>
          <a:xfrm>
            <a:off x="344488" y="623731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漣山</a:t>
            </a:r>
            <a:r>
              <a:rPr lang="en-US" altLang="zh-TW" dirty="0" smtClean="0">
                <a:solidFill>
                  <a:schemeClr val="bg1"/>
                </a:solidFill>
              </a:rPr>
              <a:t>&lt;SIZE:900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230" name="Picture 2" descr="C:\Users\USER\Desktop\TIM kwong\showroom\連山\深井漣山\DiningArea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80992" y="908720"/>
            <a:ext cx="3744416" cy="2635828"/>
          </a:xfrm>
          <a:prstGeom prst="rect">
            <a:avLst/>
          </a:prstGeom>
          <a:noFill/>
        </p:spPr>
      </p:pic>
      <p:pic>
        <p:nvPicPr>
          <p:cNvPr id="2097231" name="Picture 3" descr="C:\Users\USER\Desktop\TIM kwong\showroom\連山\深井漣山\LivingArea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6576" y="908720"/>
            <a:ext cx="3744416" cy="2635828"/>
          </a:xfrm>
          <a:prstGeom prst="rect">
            <a:avLst/>
          </a:prstGeom>
          <a:noFill/>
        </p:spPr>
      </p:pic>
      <p:pic>
        <p:nvPicPr>
          <p:cNvPr id="2097232" name="Picture 4" descr="C:\Users\USER\Desktop\TIM kwong\showroom\連山\深井漣山\MasterBedroo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36576" y="3501008"/>
            <a:ext cx="3744416" cy="2534449"/>
          </a:xfrm>
          <a:prstGeom prst="rect">
            <a:avLst/>
          </a:prstGeom>
          <a:noFill/>
        </p:spPr>
      </p:pic>
      <p:pic>
        <p:nvPicPr>
          <p:cNvPr id="2097233" name="Picture 5" descr="C:\Users\USER\Desktop\TIM kwong\showroom\連山\深井漣山\Studyroom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80992" y="3501008"/>
            <a:ext cx="3744416" cy="2520280"/>
          </a:xfrm>
          <a:prstGeom prst="rect">
            <a:avLst/>
          </a:prstGeom>
          <a:noFill/>
        </p:spPr>
      </p:pic>
      <p:sp>
        <p:nvSpPr>
          <p:cNvPr id="1048639" name="矩形 9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5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234" name="Picture 2" descr="C:\Users\USER\Desktop\TIM kwong\showroom\逸樺園\逸樺園3d\LivingAre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68824" y="1196752"/>
            <a:ext cx="3068804" cy="2160240"/>
          </a:xfrm>
          <a:prstGeom prst="rect">
            <a:avLst/>
          </a:prstGeom>
          <a:noFill/>
        </p:spPr>
      </p:pic>
      <p:pic>
        <p:nvPicPr>
          <p:cNvPr id="2097235" name="Picture 3" descr="C:\Users\USER\Desktop\TIM kwong\showroom\逸樺園\逸樺園3d\LivingArea4-- 13 Jun 201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96816" y="3501008"/>
            <a:ext cx="3096344" cy="2232248"/>
          </a:xfrm>
          <a:prstGeom prst="rect">
            <a:avLst/>
          </a:prstGeom>
          <a:noFill/>
        </p:spPr>
      </p:pic>
      <p:pic>
        <p:nvPicPr>
          <p:cNvPr id="2097236" name="Picture 4" descr="C:\Users\USER\Desktop\TIM kwong\showroom\逸樺園\逸樺園3d\MasterBedroom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93160" y="1196752"/>
            <a:ext cx="2982039" cy="2160240"/>
          </a:xfrm>
          <a:prstGeom prst="rect">
            <a:avLst/>
          </a:prstGeom>
          <a:noFill/>
        </p:spPr>
      </p:pic>
      <p:pic>
        <p:nvPicPr>
          <p:cNvPr id="2097237" name="Picture 5" descr="C:\Users\USER\Desktop\TIM kwong\showroom\逸樺園\逸樺園3d\Kitchen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93160" y="3501008"/>
            <a:ext cx="3024336" cy="2232248"/>
          </a:xfrm>
          <a:prstGeom prst="rect">
            <a:avLst/>
          </a:prstGeom>
          <a:noFill/>
        </p:spPr>
      </p:pic>
      <p:pic>
        <p:nvPicPr>
          <p:cNvPr id="2097238" name="Picture 7" descr="C:\Users\USER\Desktop\TIM kwong\showroom\逸樺園\逸樺園3d\Bedroom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2480" y="1191535"/>
            <a:ext cx="3096344" cy="2165457"/>
          </a:xfrm>
          <a:prstGeom prst="rect">
            <a:avLst/>
          </a:prstGeom>
          <a:noFill/>
        </p:spPr>
      </p:pic>
      <p:pic>
        <p:nvPicPr>
          <p:cNvPr id="2097239" name="Picture 8" descr="C:\Users\USER\Desktop\TIM kwong\showroom\逸樺園\逸樺園3d\DaughterBedroom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2480" y="3501008"/>
            <a:ext cx="3024336" cy="2232248"/>
          </a:xfrm>
          <a:prstGeom prst="rect">
            <a:avLst/>
          </a:prstGeom>
          <a:noFill/>
        </p:spPr>
      </p:pic>
      <p:sp>
        <p:nvSpPr>
          <p:cNvPr id="1048640" name="矩形 13"/>
          <p:cNvSpPr/>
          <p:nvPr/>
        </p:nvSpPr>
        <p:spPr>
          <a:xfrm>
            <a:off x="344488" y="6237312"/>
            <a:ext cx="2789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逸樺園</a:t>
            </a:r>
            <a:r>
              <a:rPr lang="en-US" altLang="zh-TW" dirty="0" smtClean="0">
                <a:solidFill>
                  <a:schemeClr val="bg1"/>
                </a:solidFill>
              </a:rPr>
              <a:t>&lt;SIZE:1000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048641" name="矩形 10"/>
          <p:cNvSpPr/>
          <p:nvPr/>
        </p:nvSpPr>
        <p:spPr>
          <a:xfrm>
            <a:off x="1856656" y="188640"/>
            <a:ext cx="8049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矩形 1"/>
          <p:cNvSpPr/>
          <p:nvPr/>
        </p:nvSpPr>
        <p:spPr>
          <a:xfrm>
            <a:off x="2864768" y="188640"/>
            <a:ext cx="74295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>
              <a:buNone/>
            </a:pPr>
            <a:r>
              <a:rPr lang="en-US" altLang="zh-TW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</a:t>
            </a:r>
            <a:r>
              <a:rPr lang="en-US" altLang="zh-TW" sz="3200" dirty="0" smtClean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	</a:t>
            </a:r>
            <a:r>
              <a:rPr lang="zh-TW" altLang="en-US" sz="3200" dirty="0" smtClean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雅</a:t>
            </a:r>
            <a:r>
              <a:rPr lang="zh-TW" altLang="en-US" sz="32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閣室內裝飾公司</a:t>
            </a:r>
            <a:endParaRPr lang="zh-TW" altLang="en-US" sz="32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3145746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3" name="矩形 6"/>
          <p:cNvSpPr/>
          <p:nvPr/>
        </p:nvSpPr>
        <p:spPr>
          <a:xfrm>
            <a:off x="4745251" y="324433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園</a:t>
            </a:r>
            <a:endParaRPr lang="zh-TW" altLang="en-US" dirty="0"/>
          </a:p>
        </p:txBody>
      </p:sp>
      <p:sp>
        <p:nvSpPr>
          <p:cNvPr id="1048644" name="矩形 7"/>
          <p:cNvSpPr/>
          <p:nvPr/>
        </p:nvSpPr>
        <p:spPr>
          <a:xfrm>
            <a:off x="344488" y="6237312"/>
            <a:ext cx="2558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君帕</a:t>
            </a:r>
            <a:r>
              <a:rPr lang="en-US" altLang="zh-TW" dirty="0" smtClean="0">
                <a:solidFill>
                  <a:schemeClr val="bg1"/>
                </a:solidFill>
              </a:rPr>
              <a:t>&lt;SIZE:2800</a:t>
            </a:r>
            <a:r>
              <a:rPr lang="zh-TW" altLang="en-US" dirty="0" smtClean="0">
                <a:solidFill>
                  <a:schemeClr val="bg1"/>
                </a:solidFill>
              </a:rPr>
              <a:t> </a:t>
            </a:r>
            <a:r>
              <a:rPr lang="en-US" altLang="zh-TW" dirty="0" smtClean="0">
                <a:solidFill>
                  <a:schemeClr val="bg1"/>
                </a:solidFill>
              </a:rPr>
              <a:t>SQ FT&gt;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97240" name="Picture 3" descr="C:\users\user\desktop\tim kwong\showroom\君帕\文件\DiningAre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6496" y="1772816"/>
            <a:ext cx="4500911" cy="3168352"/>
          </a:xfrm>
          <a:prstGeom prst="rect">
            <a:avLst/>
          </a:prstGeom>
          <a:noFill/>
        </p:spPr>
      </p:pic>
      <p:pic>
        <p:nvPicPr>
          <p:cNvPr id="2097241" name="Picture 4" descr="C:\users\user\desktop\tim kwong\showroom\君帕\文件\LivingAre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80992" y="1772816"/>
            <a:ext cx="4500912" cy="31683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BCBCB"/>
            </a:gs>
            <a:gs pos="13000">
              <a:srgbClr val="5F5F5F"/>
            </a:gs>
            <a:gs pos="21001">
              <a:srgbClr val="5F5F5F"/>
            </a:gs>
            <a:gs pos="63000">
              <a:srgbClr val="FFFFFF"/>
            </a:gs>
            <a:gs pos="67000">
              <a:srgbClr val="B2B2B2"/>
            </a:gs>
            <a:gs pos="69000">
              <a:srgbClr val="292929"/>
            </a:gs>
            <a:gs pos="82001">
              <a:srgbClr val="777777"/>
            </a:gs>
            <a:gs pos="100000">
              <a:srgbClr val="EAEAEA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7" name="肘形接點 4"/>
          <p:cNvCxnSpPr>
            <a:cxnSpLocks/>
          </p:cNvCxnSpPr>
          <p:nvPr/>
        </p:nvCxnSpPr>
        <p:spPr>
          <a:xfrm flipV="1">
            <a:off x="344488" y="6093296"/>
            <a:ext cx="9289032" cy="72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5" name="文字方塊 7"/>
          <p:cNvSpPr txBox="1"/>
          <p:nvPr/>
        </p:nvSpPr>
        <p:spPr>
          <a:xfrm>
            <a:off x="560512" y="1628800"/>
            <a:ext cx="72728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u="sng" dirty="0" smtClean="0">
                <a:solidFill>
                  <a:schemeClr val="tx1">
                    <a:lumMod val="95000"/>
                  </a:schemeClr>
                </a:solidFill>
              </a:rPr>
              <a:t>CONTACT  US</a:t>
            </a:r>
          </a:p>
          <a:p>
            <a:endParaRPr lang="en-US" altLang="zh-TW" b="1" dirty="0" smtClean="0">
              <a:solidFill>
                <a:schemeClr val="tx1">
                  <a:lumMod val="9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TW" b="1" dirty="0" smtClean="0">
                <a:solidFill>
                  <a:schemeClr val="tx1">
                    <a:lumMod val="95000"/>
                  </a:schemeClr>
                </a:solidFill>
              </a:rPr>
              <a:t>	CHAN CHUN WAI</a:t>
            </a:r>
            <a:endParaRPr lang="en-US" altLang="zh-TW" b="1" dirty="0" smtClean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b="1" dirty="0" smtClean="0">
                <a:solidFill>
                  <a:schemeClr val="bg1"/>
                </a:solidFill>
              </a:rPr>
              <a:t>            Director</a:t>
            </a:r>
          </a:p>
          <a:p>
            <a:pPr>
              <a:lnSpc>
                <a:spcPct val="150000"/>
              </a:lnSpc>
            </a:pPr>
            <a:endParaRPr lang="en-US" altLang="zh-TW" b="1" dirty="0" smtClean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b="1" dirty="0" smtClean="0">
                <a:solidFill>
                  <a:schemeClr val="bg1"/>
                </a:solidFill>
              </a:rPr>
              <a:t>      </a:t>
            </a:r>
            <a:r>
              <a:rPr lang="en-US" altLang="zh-TW" b="1" dirty="0" smtClean="0">
                <a:solidFill>
                  <a:schemeClr val="bg1"/>
                </a:solidFill>
              </a:rPr>
              <a:t>mobile: </a:t>
            </a:r>
            <a:r>
              <a:rPr lang="en-US" altLang="zh-TW" b="1" dirty="0" smtClean="0">
                <a:solidFill>
                  <a:schemeClr val="bg1"/>
                </a:solidFill>
              </a:rPr>
              <a:t>+852 </a:t>
            </a:r>
            <a:r>
              <a:rPr lang="en-US" altLang="zh-TW" b="1" dirty="0" smtClean="0">
                <a:solidFill>
                  <a:schemeClr val="bg1"/>
                </a:solidFill>
              </a:rPr>
              <a:t>5133 8011</a:t>
            </a:r>
            <a:endParaRPr lang="en-US" altLang="zh-TW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b="1" dirty="0" smtClean="0">
                <a:solidFill>
                  <a:schemeClr val="bg1"/>
                </a:solidFill>
              </a:rPr>
              <a:t>      </a:t>
            </a:r>
            <a:r>
              <a:rPr lang="en-US" altLang="zh-TW" b="1" dirty="0" smtClean="0">
                <a:solidFill>
                  <a:schemeClr val="bg1"/>
                </a:solidFill>
              </a:rPr>
              <a:t>e-mail: </a:t>
            </a:r>
            <a:r>
              <a:rPr lang="en-US" altLang="zh-CN" dirty="0">
                <a:solidFill>
                  <a:schemeClr val="bg1"/>
                </a:solidFill>
              </a:rPr>
              <a:t>accordinteriorscompanys@gmail.com</a:t>
            </a:r>
            <a:endParaRPr lang="en-US" altLang="zh-TW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dirty="0" smtClean="0">
                <a:solidFill>
                  <a:schemeClr val="tx1">
                    <a:lumMod val="95000"/>
                  </a:schemeClr>
                </a:solidFill>
              </a:rPr>
              <a:t>      </a:t>
            </a:r>
          </a:p>
        </p:txBody>
      </p:sp>
      <p:sp>
        <p:nvSpPr>
          <p:cNvPr id="1048646" name="內容版面配置區 7"/>
          <p:cNvSpPr txBox="1"/>
          <p:nvPr/>
        </p:nvSpPr>
        <p:spPr>
          <a:xfrm>
            <a:off x="1208584" y="116632"/>
            <a:ext cx="9057456" cy="792162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pPr lvl="5">
              <a:buNone/>
            </a:pPr>
            <a:r>
              <a:rPr lang="en-US" altLang="zh-TW" sz="4000" dirty="0">
                <a:latin typeface="標楷體" pitchFamily="65" charset="-120"/>
                <a:ea typeface="標楷體" pitchFamily="65" charset="-120"/>
              </a:rPr>
              <a:t>			</a:t>
            </a:r>
            <a:r>
              <a:rPr lang="zh-TW" altLang="en-US" sz="4000" dirty="0">
                <a:latin typeface="標楷體" pitchFamily="65" charset="-120"/>
                <a:ea typeface="標楷體" pitchFamily="65" charset="-120"/>
              </a:rPr>
              <a:t>雅閣室內裝飾</a:t>
            </a:r>
            <a:r>
              <a:rPr lang="zh-TW" altLang="en-US" sz="40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公司</a:t>
            </a:r>
            <a:endParaRPr lang="zh-TW" altLang="en-US" sz="40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048647" name="文字方塊 6"/>
          <p:cNvSpPr txBox="1"/>
          <p:nvPr/>
        </p:nvSpPr>
        <p:spPr>
          <a:xfrm>
            <a:off x="5601072" y="980728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Accord </a:t>
            </a:r>
            <a:r>
              <a:rPr lang="en-US" altLang="zh-TW" dirty="0">
                <a:solidFill>
                  <a:schemeClr val="bg1"/>
                </a:solidFill>
              </a:rPr>
              <a:t>Interiors Companys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神韻">
  <a:themeElements>
    <a:clrScheme name="神韻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神韻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神韻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1225</Words>
  <Application>Microsoft Office PowerPoint</Application>
  <PresentationFormat>A4 纸张(210x297 毫米)</PresentationFormat>
  <Paragraphs>99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Century Gothic</vt:lpstr>
      <vt:lpstr>標楷體</vt:lpstr>
      <vt:lpstr>微軟正黑體</vt:lpstr>
      <vt:lpstr>新細明體</vt:lpstr>
      <vt:lpstr>Vineta BT</vt:lpstr>
      <vt:lpstr>Wingdings 2</vt:lpstr>
      <vt:lpstr>幼圆</vt:lpstr>
      <vt:lpstr>Arial</vt:lpstr>
      <vt:lpstr>Calibri</vt:lpstr>
      <vt:lpstr>Verdana</vt:lpstr>
      <vt:lpstr>神韻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Administrator</cp:lastModifiedBy>
  <cp:revision>2</cp:revision>
  <dcterms:created xsi:type="dcterms:W3CDTF">2014-07-03T22:28:34Z</dcterms:created>
  <dcterms:modified xsi:type="dcterms:W3CDTF">2026-07-28T14:24:33Z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4a29525e069645ff975cad6747343b58_23</vt:lpwstr>
  </property>
</Properties>
</file>